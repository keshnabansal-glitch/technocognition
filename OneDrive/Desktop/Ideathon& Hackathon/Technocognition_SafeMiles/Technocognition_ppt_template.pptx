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Inter" panose="020B0604020202020204" charset="0"/>
      <p:regular r:id="rId9"/>
    </p:embeddedFont>
    <p:embeddedFont>
      <p:font typeface="Inter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5008A8-18DA-4F8B-8024-39132D14E28E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728C1BAE-D0EC-42DB-BC5E-E4478BE979A2}">
      <dgm:prSet phldrT="[Text]"/>
      <dgm:spPr/>
      <dgm:t>
        <a:bodyPr/>
        <a:lstStyle/>
        <a:p>
          <a:pPr>
            <a:buNone/>
          </a:pPr>
          <a:r>
            <a:rPr lang="en-IN" b="1" dirty="0"/>
            <a:t>Detects eye blinks &amp; head tilt in real time</a:t>
          </a:r>
        </a:p>
      </dgm:t>
    </dgm:pt>
    <dgm:pt modelId="{8BE3F9AA-80B7-4824-BEFB-59558E35BF05}" type="parTrans" cxnId="{1E6E236C-C3BE-4B9C-8D3D-7D66A6FF0C2F}">
      <dgm:prSet/>
      <dgm:spPr/>
      <dgm:t>
        <a:bodyPr/>
        <a:lstStyle/>
        <a:p>
          <a:endParaRPr lang="en-IN"/>
        </a:p>
      </dgm:t>
    </dgm:pt>
    <dgm:pt modelId="{6686FF06-151D-4BD5-B379-99986C0F5D1B}" type="sibTrans" cxnId="{1E6E236C-C3BE-4B9C-8D3D-7D66A6FF0C2F}">
      <dgm:prSet/>
      <dgm:spPr/>
      <dgm:t>
        <a:bodyPr/>
        <a:lstStyle/>
        <a:p>
          <a:endParaRPr lang="en-IN"/>
        </a:p>
      </dgm:t>
    </dgm:pt>
    <dgm:pt modelId="{8832C1BE-8A1B-44C0-8EAA-D204ECC25E29}">
      <dgm:prSet phldrT="[Text]"/>
      <dgm:spPr/>
      <dgm:t>
        <a:bodyPr/>
        <a:lstStyle/>
        <a:p>
          <a:pPr>
            <a:buNone/>
          </a:pPr>
          <a:r>
            <a:rPr lang="en-IN" b="1" dirty="0"/>
            <a:t>Vibration &amp; loud buzzer alert to wake driver instantly</a:t>
          </a:r>
        </a:p>
      </dgm:t>
    </dgm:pt>
    <dgm:pt modelId="{78760FEC-44BF-4B9F-B92F-1692BF5C353A}" type="parTrans" cxnId="{E71AD5E2-3D5F-44CC-803D-219C460C7126}">
      <dgm:prSet/>
      <dgm:spPr/>
      <dgm:t>
        <a:bodyPr/>
        <a:lstStyle/>
        <a:p>
          <a:endParaRPr lang="en-IN"/>
        </a:p>
      </dgm:t>
    </dgm:pt>
    <dgm:pt modelId="{A65DC7B8-B4B2-4851-B842-392C82F4CDFC}" type="sibTrans" cxnId="{E71AD5E2-3D5F-44CC-803D-219C460C7126}">
      <dgm:prSet/>
      <dgm:spPr/>
      <dgm:t>
        <a:bodyPr/>
        <a:lstStyle/>
        <a:p>
          <a:endParaRPr lang="en-IN"/>
        </a:p>
      </dgm:t>
    </dgm:pt>
    <dgm:pt modelId="{18D78DDA-5849-4327-87C6-05C601903A3D}">
      <dgm:prSet phldrT="[Text]" phldr="0"/>
      <dgm:spPr/>
      <dgm:t>
        <a:bodyPr/>
        <a:lstStyle/>
        <a:p>
          <a:r>
            <a:rPr lang="en-IN" b="1" dirty="0"/>
            <a:t>Lightweight, discreet &amp; comfortable</a:t>
          </a:r>
        </a:p>
      </dgm:t>
    </dgm:pt>
    <dgm:pt modelId="{119575E3-935B-44A5-AB80-B1C17729EC59}" type="parTrans" cxnId="{E4BBE740-4206-4A4C-BD2B-D34B0665F8AF}">
      <dgm:prSet/>
      <dgm:spPr/>
      <dgm:t>
        <a:bodyPr/>
        <a:lstStyle/>
        <a:p>
          <a:endParaRPr lang="en-IN"/>
        </a:p>
      </dgm:t>
    </dgm:pt>
    <dgm:pt modelId="{C165F960-E471-4CBA-97ED-93779C3AA74B}" type="sibTrans" cxnId="{E4BBE740-4206-4A4C-BD2B-D34B0665F8AF}">
      <dgm:prSet/>
      <dgm:spPr/>
      <dgm:t>
        <a:bodyPr/>
        <a:lstStyle/>
        <a:p>
          <a:endParaRPr lang="en-IN"/>
        </a:p>
      </dgm:t>
    </dgm:pt>
    <dgm:pt modelId="{4939D29F-EE27-4D4C-8BD1-69913609AA8C}" type="pres">
      <dgm:prSet presAssocID="{475008A8-18DA-4F8B-8024-39132D14E28E}" presName="Name0" presStyleCnt="0">
        <dgm:presLayoutVars>
          <dgm:chMax val="7"/>
          <dgm:chPref val="7"/>
          <dgm:dir/>
        </dgm:presLayoutVars>
      </dgm:prSet>
      <dgm:spPr/>
    </dgm:pt>
    <dgm:pt modelId="{D3326530-FE86-4B56-AF8C-381B16E516B6}" type="pres">
      <dgm:prSet presAssocID="{475008A8-18DA-4F8B-8024-39132D14E28E}" presName="Name1" presStyleCnt="0"/>
      <dgm:spPr/>
    </dgm:pt>
    <dgm:pt modelId="{B6B58250-6EED-4423-949A-CF2E56F416CA}" type="pres">
      <dgm:prSet presAssocID="{475008A8-18DA-4F8B-8024-39132D14E28E}" presName="cycle" presStyleCnt="0"/>
      <dgm:spPr/>
    </dgm:pt>
    <dgm:pt modelId="{EB4DCCCD-8784-4922-968F-E21BFDF616FF}" type="pres">
      <dgm:prSet presAssocID="{475008A8-18DA-4F8B-8024-39132D14E28E}" presName="srcNode" presStyleLbl="node1" presStyleIdx="0" presStyleCnt="3"/>
      <dgm:spPr/>
    </dgm:pt>
    <dgm:pt modelId="{8298A256-1790-4B38-AC38-F651FB764986}" type="pres">
      <dgm:prSet presAssocID="{475008A8-18DA-4F8B-8024-39132D14E28E}" presName="conn" presStyleLbl="parChTrans1D2" presStyleIdx="0" presStyleCnt="1"/>
      <dgm:spPr/>
    </dgm:pt>
    <dgm:pt modelId="{252255B6-9B91-4334-ADF4-D1C050D323B4}" type="pres">
      <dgm:prSet presAssocID="{475008A8-18DA-4F8B-8024-39132D14E28E}" presName="extraNode" presStyleLbl="node1" presStyleIdx="0" presStyleCnt="3"/>
      <dgm:spPr/>
    </dgm:pt>
    <dgm:pt modelId="{1A443BCD-8555-4222-829C-F45659C2EF86}" type="pres">
      <dgm:prSet presAssocID="{475008A8-18DA-4F8B-8024-39132D14E28E}" presName="dstNode" presStyleLbl="node1" presStyleIdx="0" presStyleCnt="3"/>
      <dgm:spPr/>
    </dgm:pt>
    <dgm:pt modelId="{067D12F6-781A-4190-A8E9-39D6B1001C12}" type="pres">
      <dgm:prSet presAssocID="{728C1BAE-D0EC-42DB-BC5E-E4478BE979A2}" presName="text_1" presStyleLbl="node1" presStyleIdx="0" presStyleCnt="3">
        <dgm:presLayoutVars>
          <dgm:bulletEnabled val="1"/>
        </dgm:presLayoutVars>
      </dgm:prSet>
      <dgm:spPr/>
    </dgm:pt>
    <dgm:pt modelId="{6659C30D-30E1-43E2-976F-3A586F7DA403}" type="pres">
      <dgm:prSet presAssocID="{728C1BAE-D0EC-42DB-BC5E-E4478BE979A2}" presName="accent_1" presStyleCnt="0"/>
      <dgm:spPr/>
    </dgm:pt>
    <dgm:pt modelId="{2A2A90D8-E5FC-4B0F-B305-D3D96EF56392}" type="pres">
      <dgm:prSet presAssocID="{728C1BAE-D0EC-42DB-BC5E-E4478BE979A2}" presName="accentRepeatNode" presStyleLbl="solidFgAcc1" presStyleIdx="0" presStyleCnt="3"/>
      <dgm:spPr/>
    </dgm:pt>
    <dgm:pt modelId="{6F802AD8-11BF-4F66-AA8C-1974BEA77D83}" type="pres">
      <dgm:prSet presAssocID="{8832C1BE-8A1B-44C0-8EAA-D204ECC25E29}" presName="text_2" presStyleLbl="node1" presStyleIdx="1" presStyleCnt="3">
        <dgm:presLayoutVars>
          <dgm:bulletEnabled val="1"/>
        </dgm:presLayoutVars>
      </dgm:prSet>
      <dgm:spPr/>
    </dgm:pt>
    <dgm:pt modelId="{F38D3632-7A2F-4AF4-A919-4E6D920B68FE}" type="pres">
      <dgm:prSet presAssocID="{8832C1BE-8A1B-44C0-8EAA-D204ECC25E29}" presName="accent_2" presStyleCnt="0"/>
      <dgm:spPr/>
    </dgm:pt>
    <dgm:pt modelId="{4EE7823C-632C-49C4-9A38-1399E4B1F668}" type="pres">
      <dgm:prSet presAssocID="{8832C1BE-8A1B-44C0-8EAA-D204ECC25E29}" presName="accentRepeatNode" presStyleLbl="solidFgAcc1" presStyleIdx="1" presStyleCnt="3"/>
      <dgm:spPr/>
    </dgm:pt>
    <dgm:pt modelId="{5E342A3B-EC6F-4C25-9C9E-23BA210CCEE0}" type="pres">
      <dgm:prSet presAssocID="{18D78DDA-5849-4327-87C6-05C601903A3D}" presName="text_3" presStyleLbl="node1" presStyleIdx="2" presStyleCnt="3">
        <dgm:presLayoutVars>
          <dgm:bulletEnabled val="1"/>
        </dgm:presLayoutVars>
      </dgm:prSet>
      <dgm:spPr/>
    </dgm:pt>
    <dgm:pt modelId="{629CA0C6-589F-4FF0-9C01-9BB8D2695566}" type="pres">
      <dgm:prSet presAssocID="{18D78DDA-5849-4327-87C6-05C601903A3D}" presName="accent_3" presStyleCnt="0"/>
      <dgm:spPr/>
    </dgm:pt>
    <dgm:pt modelId="{37E73802-8CBE-49C6-BFAC-F2A37CDE2B52}" type="pres">
      <dgm:prSet presAssocID="{18D78DDA-5849-4327-87C6-05C601903A3D}" presName="accentRepeatNode" presStyleLbl="solidFgAcc1" presStyleIdx="2" presStyleCnt="3"/>
      <dgm:spPr/>
    </dgm:pt>
  </dgm:ptLst>
  <dgm:cxnLst>
    <dgm:cxn modelId="{E4BBE740-4206-4A4C-BD2B-D34B0665F8AF}" srcId="{475008A8-18DA-4F8B-8024-39132D14E28E}" destId="{18D78DDA-5849-4327-87C6-05C601903A3D}" srcOrd="2" destOrd="0" parTransId="{119575E3-935B-44A5-AB80-B1C17729EC59}" sibTransId="{C165F960-E471-4CBA-97ED-93779C3AA74B}"/>
    <dgm:cxn modelId="{70075843-589A-4E79-B888-C28955E5EAE5}" type="presOf" srcId="{6686FF06-151D-4BD5-B379-99986C0F5D1B}" destId="{8298A256-1790-4B38-AC38-F651FB764986}" srcOrd="0" destOrd="0" presId="urn:microsoft.com/office/officeart/2008/layout/VerticalCurvedList"/>
    <dgm:cxn modelId="{1E6E236C-C3BE-4B9C-8D3D-7D66A6FF0C2F}" srcId="{475008A8-18DA-4F8B-8024-39132D14E28E}" destId="{728C1BAE-D0EC-42DB-BC5E-E4478BE979A2}" srcOrd="0" destOrd="0" parTransId="{8BE3F9AA-80B7-4824-BEFB-59558E35BF05}" sibTransId="{6686FF06-151D-4BD5-B379-99986C0F5D1B}"/>
    <dgm:cxn modelId="{E78F1388-D3A4-499C-ABDD-765A806DA64F}" type="presOf" srcId="{475008A8-18DA-4F8B-8024-39132D14E28E}" destId="{4939D29F-EE27-4D4C-8BD1-69913609AA8C}" srcOrd="0" destOrd="0" presId="urn:microsoft.com/office/officeart/2008/layout/VerticalCurvedList"/>
    <dgm:cxn modelId="{151B88CE-E62C-46DC-9E96-EF30086E4C13}" type="presOf" srcId="{8832C1BE-8A1B-44C0-8EAA-D204ECC25E29}" destId="{6F802AD8-11BF-4F66-AA8C-1974BEA77D83}" srcOrd="0" destOrd="0" presId="urn:microsoft.com/office/officeart/2008/layout/VerticalCurvedList"/>
    <dgm:cxn modelId="{E71AD5E2-3D5F-44CC-803D-219C460C7126}" srcId="{475008A8-18DA-4F8B-8024-39132D14E28E}" destId="{8832C1BE-8A1B-44C0-8EAA-D204ECC25E29}" srcOrd="1" destOrd="0" parTransId="{78760FEC-44BF-4B9F-B92F-1692BF5C353A}" sibTransId="{A65DC7B8-B4B2-4851-B842-392C82F4CDFC}"/>
    <dgm:cxn modelId="{2E8118E4-720B-4361-835C-92FB20EB1AE6}" type="presOf" srcId="{18D78DDA-5849-4327-87C6-05C601903A3D}" destId="{5E342A3B-EC6F-4C25-9C9E-23BA210CCEE0}" srcOrd="0" destOrd="0" presId="urn:microsoft.com/office/officeart/2008/layout/VerticalCurvedList"/>
    <dgm:cxn modelId="{3F38A4F1-703C-4FFA-A3F9-AF9358218D7A}" type="presOf" srcId="{728C1BAE-D0EC-42DB-BC5E-E4478BE979A2}" destId="{067D12F6-781A-4190-A8E9-39D6B1001C12}" srcOrd="0" destOrd="0" presId="urn:microsoft.com/office/officeart/2008/layout/VerticalCurvedList"/>
    <dgm:cxn modelId="{0B9BB381-EBC7-4E57-A279-AC18771F3CDD}" type="presParOf" srcId="{4939D29F-EE27-4D4C-8BD1-69913609AA8C}" destId="{D3326530-FE86-4B56-AF8C-381B16E516B6}" srcOrd="0" destOrd="0" presId="urn:microsoft.com/office/officeart/2008/layout/VerticalCurvedList"/>
    <dgm:cxn modelId="{0E9C4362-8701-4AC9-A634-AE4D48A66C7A}" type="presParOf" srcId="{D3326530-FE86-4B56-AF8C-381B16E516B6}" destId="{B6B58250-6EED-4423-949A-CF2E56F416CA}" srcOrd="0" destOrd="0" presId="urn:microsoft.com/office/officeart/2008/layout/VerticalCurvedList"/>
    <dgm:cxn modelId="{8492B70F-5874-4D6E-B455-521DF389F10A}" type="presParOf" srcId="{B6B58250-6EED-4423-949A-CF2E56F416CA}" destId="{EB4DCCCD-8784-4922-968F-E21BFDF616FF}" srcOrd="0" destOrd="0" presId="urn:microsoft.com/office/officeart/2008/layout/VerticalCurvedList"/>
    <dgm:cxn modelId="{0CE40E66-DF32-48D2-AA42-83A25C92AF74}" type="presParOf" srcId="{B6B58250-6EED-4423-949A-CF2E56F416CA}" destId="{8298A256-1790-4B38-AC38-F651FB764986}" srcOrd="1" destOrd="0" presId="urn:microsoft.com/office/officeart/2008/layout/VerticalCurvedList"/>
    <dgm:cxn modelId="{12E5986A-964A-4FEE-8CCA-548BEBBDBB7B}" type="presParOf" srcId="{B6B58250-6EED-4423-949A-CF2E56F416CA}" destId="{252255B6-9B91-4334-ADF4-D1C050D323B4}" srcOrd="2" destOrd="0" presId="urn:microsoft.com/office/officeart/2008/layout/VerticalCurvedList"/>
    <dgm:cxn modelId="{AB047418-6300-4648-915E-9C8486F64AF1}" type="presParOf" srcId="{B6B58250-6EED-4423-949A-CF2E56F416CA}" destId="{1A443BCD-8555-4222-829C-F45659C2EF86}" srcOrd="3" destOrd="0" presId="urn:microsoft.com/office/officeart/2008/layout/VerticalCurvedList"/>
    <dgm:cxn modelId="{60E87233-3D75-474B-9C96-C8B63B11813F}" type="presParOf" srcId="{D3326530-FE86-4B56-AF8C-381B16E516B6}" destId="{067D12F6-781A-4190-A8E9-39D6B1001C12}" srcOrd="1" destOrd="0" presId="urn:microsoft.com/office/officeart/2008/layout/VerticalCurvedList"/>
    <dgm:cxn modelId="{44A56CEB-54AF-48F4-AE62-CE7AC4504835}" type="presParOf" srcId="{D3326530-FE86-4B56-AF8C-381B16E516B6}" destId="{6659C30D-30E1-43E2-976F-3A586F7DA403}" srcOrd="2" destOrd="0" presId="urn:microsoft.com/office/officeart/2008/layout/VerticalCurvedList"/>
    <dgm:cxn modelId="{AE2AD71D-B2F6-4A75-8C91-98B9C831F8D2}" type="presParOf" srcId="{6659C30D-30E1-43E2-976F-3A586F7DA403}" destId="{2A2A90D8-E5FC-4B0F-B305-D3D96EF56392}" srcOrd="0" destOrd="0" presId="urn:microsoft.com/office/officeart/2008/layout/VerticalCurvedList"/>
    <dgm:cxn modelId="{220B9C22-0F08-46CD-AE64-F34C574BC4C0}" type="presParOf" srcId="{D3326530-FE86-4B56-AF8C-381B16E516B6}" destId="{6F802AD8-11BF-4F66-AA8C-1974BEA77D83}" srcOrd="3" destOrd="0" presId="urn:microsoft.com/office/officeart/2008/layout/VerticalCurvedList"/>
    <dgm:cxn modelId="{2FADCA6D-5860-4247-BF56-DDE374AC8DA5}" type="presParOf" srcId="{D3326530-FE86-4B56-AF8C-381B16E516B6}" destId="{F38D3632-7A2F-4AF4-A919-4E6D920B68FE}" srcOrd="4" destOrd="0" presId="urn:microsoft.com/office/officeart/2008/layout/VerticalCurvedList"/>
    <dgm:cxn modelId="{710DB48C-475B-487F-8F48-9C5C1DE5FBA6}" type="presParOf" srcId="{F38D3632-7A2F-4AF4-A919-4E6D920B68FE}" destId="{4EE7823C-632C-49C4-9A38-1399E4B1F668}" srcOrd="0" destOrd="0" presId="urn:microsoft.com/office/officeart/2008/layout/VerticalCurvedList"/>
    <dgm:cxn modelId="{FDC57A10-E509-4316-A94E-A16E997B0DA4}" type="presParOf" srcId="{D3326530-FE86-4B56-AF8C-381B16E516B6}" destId="{5E342A3B-EC6F-4C25-9C9E-23BA210CCEE0}" srcOrd="5" destOrd="0" presId="urn:microsoft.com/office/officeart/2008/layout/VerticalCurvedList"/>
    <dgm:cxn modelId="{DC9A048A-D6BC-42BF-AC7E-492A2AE84410}" type="presParOf" srcId="{D3326530-FE86-4B56-AF8C-381B16E516B6}" destId="{629CA0C6-589F-4FF0-9C01-9BB8D2695566}" srcOrd="6" destOrd="0" presId="urn:microsoft.com/office/officeart/2008/layout/VerticalCurvedList"/>
    <dgm:cxn modelId="{A1B0932D-D2BA-4B89-84EA-F72903C5C795}" type="presParOf" srcId="{629CA0C6-589F-4FF0-9C01-9BB8D2695566}" destId="{37E73802-8CBE-49C6-BFAC-F2A37CDE2B5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5008A8-18DA-4F8B-8024-39132D14E28E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728C1BAE-D0EC-42DB-BC5E-E4478BE979A2}">
      <dgm:prSet phldrT="[Text]"/>
      <dgm:spPr/>
      <dgm:t>
        <a:bodyPr/>
        <a:lstStyle/>
        <a:p>
          <a:pPr>
            <a:buNone/>
          </a:pPr>
          <a:r>
            <a:rPr lang="en-IN" b="1" dirty="0"/>
            <a:t>Buzzer alert when fatigue detected  </a:t>
          </a:r>
        </a:p>
      </dgm:t>
    </dgm:pt>
    <dgm:pt modelId="{8BE3F9AA-80B7-4824-BEFB-59558E35BF05}" type="parTrans" cxnId="{1E6E236C-C3BE-4B9C-8D3D-7D66A6FF0C2F}">
      <dgm:prSet/>
      <dgm:spPr/>
      <dgm:t>
        <a:bodyPr/>
        <a:lstStyle/>
        <a:p>
          <a:endParaRPr lang="en-IN"/>
        </a:p>
      </dgm:t>
    </dgm:pt>
    <dgm:pt modelId="{6686FF06-151D-4BD5-B379-99986C0F5D1B}" type="sibTrans" cxnId="{1E6E236C-C3BE-4B9C-8D3D-7D66A6FF0C2F}">
      <dgm:prSet/>
      <dgm:spPr/>
      <dgm:t>
        <a:bodyPr/>
        <a:lstStyle/>
        <a:p>
          <a:endParaRPr lang="en-IN"/>
        </a:p>
      </dgm:t>
    </dgm:pt>
    <dgm:pt modelId="{8832C1BE-8A1B-44C0-8EAA-D204ECC25E29}">
      <dgm:prSet phldrT="[Text]"/>
      <dgm:spPr/>
      <dgm:t>
        <a:bodyPr/>
        <a:lstStyle/>
        <a:p>
          <a:pPr>
            <a:buNone/>
          </a:pPr>
          <a:r>
            <a:rPr lang="en-IN" b="1" dirty="0"/>
            <a:t>GSM module sends SMS to ring/emergency contacts</a:t>
          </a:r>
        </a:p>
      </dgm:t>
    </dgm:pt>
    <dgm:pt modelId="{78760FEC-44BF-4B9F-B92F-1692BF5C353A}" type="parTrans" cxnId="{E71AD5E2-3D5F-44CC-803D-219C460C7126}">
      <dgm:prSet/>
      <dgm:spPr/>
      <dgm:t>
        <a:bodyPr/>
        <a:lstStyle/>
        <a:p>
          <a:endParaRPr lang="en-IN"/>
        </a:p>
      </dgm:t>
    </dgm:pt>
    <dgm:pt modelId="{A65DC7B8-B4B2-4851-B842-392C82F4CDFC}" type="sibTrans" cxnId="{E71AD5E2-3D5F-44CC-803D-219C460C7126}">
      <dgm:prSet/>
      <dgm:spPr/>
      <dgm:t>
        <a:bodyPr/>
        <a:lstStyle/>
        <a:p>
          <a:endParaRPr lang="en-IN"/>
        </a:p>
      </dgm:t>
    </dgm:pt>
    <dgm:pt modelId="{18D78DDA-5849-4327-87C6-05C601903A3D}">
      <dgm:prSet phldrT="[Text]" phldr="0"/>
      <dgm:spPr/>
      <dgm:t>
        <a:bodyPr/>
        <a:lstStyle/>
        <a:p>
          <a:r>
            <a:rPr lang="en-IN" b="1" dirty="0"/>
            <a:t>Ideal for truck &amp; long-distance drivers</a:t>
          </a:r>
        </a:p>
      </dgm:t>
    </dgm:pt>
    <dgm:pt modelId="{119575E3-935B-44A5-AB80-B1C17729EC59}" type="parTrans" cxnId="{E4BBE740-4206-4A4C-BD2B-D34B0665F8AF}">
      <dgm:prSet/>
      <dgm:spPr/>
      <dgm:t>
        <a:bodyPr/>
        <a:lstStyle/>
        <a:p>
          <a:endParaRPr lang="en-IN"/>
        </a:p>
      </dgm:t>
    </dgm:pt>
    <dgm:pt modelId="{C165F960-E471-4CBA-97ED-93779C3AA74B}" type="sibTrans" cxnId="{E4BBE740-4206-4A4C-BD2B-D34B0665F8AF}">
      <dgm:prSet/>
      <dgm:spPr/>
      <dgm:t>
        <a:bodyPr/>
        <a:lstStyle/>
        <a:p>
          <a:endParaRPr lang="en-IN"/>
        </a:p>
      </dgm:t>
    </dgm:pt>
    <dgm:pt modelId="{4939D29F-EE27-4D4C-8BD1-69913609AA8C}" type="pres">
      <dgm:prSet presAssocID="{475008A8-18DA-4F8B-8024-39132D14E28E}" presName="Name0" presStyleCnt="0">
        <dgm:presLayoutVars>
          <dgm:chMax val="7"/>
          <dgm:chPref val="7"/>
          <dgm:dir/>
        </dgm:presLayoutVars>
      </dgm:prSet>
      <dgm:spPr/>
    </dgm:pt>
    <dgm:pt modelId="{D3326530-FE86-4B56-AF8C-381B16E516B6}" type="pres">
      <dgm:prSet presAssocID="{475008A8-18DA-4F8B-8024-39132D14E28E}" presName="Name1" presStyleCnt="0"/>
      <dgm:spPr/>
    </dgm:pt>
    <dgm:pt modelId="{B6B58250-6EED-4423-949A-CF2E56F416CA}" type="pres">
      <dgm:prSet presAssocID="{475008A8-18DA-4F8B-8024-39132D14E28E}" presName="cycle" presStyleCnt="0"/>
      <dgm:spPr/>
    </dgm:pt>
    <dgm:pt modelId="{EB4DCCCD-8784-4922-968F-E21BFDF616FF}" type="pres">
      <dgm:prSet presAssocID="{475008A8-18DA-4F8B-8024-39132D14E28E}" presName="srcNode" presStyleLbl="node1" presStyleIdx="0" presStyleCnt="3"/>
      <dgm:spPr/>
    </dgm:pt>
    <dgm:pt modelId="{8298A256-1790-4B38-AC38-F651FB764986}" type="pres">
      <dgm:prSet presAssocID="{475008A8-18DA-4F8B-8024-39132D14E28E}" presName="conn" presStyleLbl="parChTrans1D2" presStyleIdx="0" presStyleCnt="1"/>
      <dgm:spPr/>
    </dgm:pt>
    <dgm:pt modelId="{252255B6-9B91-4334-ADF4-D1C050D323B4}" type="pres">
      <dgm:prSet presAssocID="{475008A8-18DA-4F8B-8024-39132D14E28E}" presName="extraNode" presStyleLbl="node1" presStyleIdx="0" presStyleCnt="3"/>
      <dgm:spPr/>
    </dgm:pt>
    <dgm:pt modelId="{1A443BCD-8555-4222-829C-F45659C2EF86}" type="pres">
      <dgm:prSet presAssocID="{475008A8-18DA-4F8B-8024-39132D14E28E}" presName="dstNode" presStyleLbl="node1" presStyleIdx="0" presStyleCnt="3"/>
      <dgm:spPr/>
    </dgm:pt>
    <dgm:pt modelId="{067D12F6-781A-4190-A8E9-39D6B1001C12}" type="pres">
      <dgm:prSet presAssocID="{728C1BAE-D0EC-42DB-BC5E-E4478BE979A2}" presName="text_1" presStyleLbl="node1" presStyleIdx="0" presStyleCnt="3">
        <dgm:presLayoutVars>
          <dgm:bulletEnabled val="1"/>
        </dgm:presLayoutVars>
      </dgm:prSet>
      <dgm:spPr/>
    </dgm:pt>
    <dgm:pt modelId="{6659C30D-30E1-43E2-976F-3A586F7DA403}" type="pres">
      <dgm:prSet presAssocID="{728C1BAE-D0EC-42DB-BC5E-E4478BE979A2}" presName="accent_1" presStyleCnt="0"/>
      <dgm:spPr/>
    </dgm:pt>
    <dgm:pt modelId="{2A2A90D8-E5FC-4B0F-B305-D3D96EF56392}" type="pres">
      <dgm:prSet presAssocID="{728C1BAE-D0EC-42DB-BC5E-E4478BE979A2}" presName="accentRepeatNode" presStyleLbl="solidFgAcc1" presStyleIdx="0" presStyleCnt="3"/>
      <dgm:spPr/>
    </dgm:pt>
    <dgm:pt modelId="{6F802AD8-11BF-4F66-AA8C-1974BEA77D83}" type="pres">
      <dgm:prSet presAssocID="{8832C1BE-8A1B-44C0-8EAA-D204ECC25E29}" presName="text_2" presStyleLbl="node1" presStyleIdx="1" presStyleCnt="3">
        <dgm:presLayoutVars>
          <dgm:bulletEnabled val="1"/>
        </dgm:presLayoutVars>
      </dgm:prSet>
      <dgm:spPr/>
    </dgm:pt>
    <dgm:pt modelId="{F38D3632-7A2F-4AF4-A919-4E6D920B68FE}" type="pres">
      <dgm:prSet presAssocID="{8832C1BE-8A1B-44C0-8EAA-D204ECC25E29}" presName="accent_2" presStyleCnt="0"/>
      <dgm:spPr/>
    </dgm:pt>
    <dgm:pt modelId="{4EE7823C-632C-49C4-9A38-1399E4B1F668}" type="pres">
      <dgm:prSet presAssocID="{8832C1BE-8A1B-44C0-8EAA-D204ECC25E29}" presName="accentRepeatNode" presStyleLbl="solidFgAcc1" presStyleIdx="1" presStyleCnt="3"/>
      <dgm:spPr/>
    </dgm:pt>
    <dgm:pt modelId="{5E342A3B-EC6F-4C25-9C9E-23BA210CCEE0}" type="pres">
      <dgm:prSet presAssocID="{18D78DDA-5849-4327-87C6-05C601903A3D}" presName="text_3" presStyleLbl="node1" presStyleIdx="2" presStyleCnt="3">
        <dgm:presLayoutVars>
          <dgm:bulletEnabled val="1"/>
        </dgm:presLayoutVars>
      </dgm:prSet>
      <dgm:spPr/>
    </dgm:pt>
    <dgm:pt modelId="{629CA0C6-589F-4FF0-9C01-9BB8D2695566}" type="pres">
      <dgm:prSet presAssocID="{18D78DDA-5849-4327-87C6-05C601903A3D}" presName="accent_3" presStyleCnt="0"/>
      <dgm:spPr/>
    </dgm:pt>
    <dgm:pt modelId="{37E73802-8CBE-49C6-BFAC-F2A37CDE2B52}" type="pres">
      <dgm:prSet presAssocID="{18D78DDA-5849-4327-87C6-05C601903A3D}" presName="accentRepeatNode" presStyleLbl="solidFgAcc1" presStyleIdx="2" presStyleCnt="3"/>
      <dgm:spPr/>
    </dgm:pt>
  </dgm:ptLst>
  <dgm:cxnLst>
    <dgm:cxn modelId="{E4BBE740-4206-4A4C-BD2B-D34B0665F8AF}" srcId="{475008A8-18DA-4F8B-8024-39132D14E28E}" destId="{18D78DDA-5849-4327-87C6-05C601903A3D}" srcOrd="2" destOrd="0" parTransId="{119575E3-935B-44A5-AB80-B1C17729EC59}" sibTransId="{C165F960-E471-4CBA-97ED-93779C3AA74B}"/>
    <dgm:cxn modelId="{70075843-589A-4E79-B888-C28955E5EAE5}" type="presOf" srcId="{6686FF06-151D-4BD5-B379-99986C0F5D1B}" destId="{8298A256-1790-4B38-AC38-F651FB764986}" srcOrd="0" destOrd="0" presId="urn:microsoft.com/office/officeart/2008/layout/VerticalCurvedList"/>
    <dgm:cxn modelId="{1E6E236C-C3BE-4B9C-8D3D-7D66A6FF0C2F}" srcId="{475008A8-18DA-4F8B-8024-39132D14E28E}" destId="{728C1BAE-D0EC-42DB-BC5E-E4478BE979A2}" srcOrd="0" destOrd="0" parTransId="{8BE3F9AA-80B7-4824-BEFB-59558E35BF05}" sibTransId="{6686FF06-151D-4BD5-B379-99986C0F5D1B}"/>
    <dgm:cxn modelId="{E78F1388-D3A4-499C-ABDD-765A806DA64F}" type="presOf" srcId="{475008A8-18DA-4F8B-8024-39132D14E28E}" destId="{4939D29F-EE27-4D4C-8BD1-69913609AA8C}" srcOrd="0" destOrd="0" presId="urn:microsoft.com/office/officeart/2008/layout/VerticalCurvedList"/>
    <dgm:cxn modelId="{151B88CE-E62C-46DC-9E96-EF30086E4C13}" type="presOf" srcId="{8832C1BE-8A1B-44C0-8EAA-D204ECC25E29}" destId="{6F802AD8-11BF-4F66-AA8C-1974BEA77D83}" srcOrd="0" destOrd="0" presId="urn:microsoft.com/office/officeart/2008/layout/VerticalCurvedList"/>
    <dgm:cxn modelId="{E71AD5E2-3D5F-44CC-803D-219C460C7126}" srcId="{475008A8-18DA-4F8B-8024-39132D14E28E}" destId="{8832C1BE-8A1B-44C0-8EAA-D204ECC25E29}" srcOrd="1" destOrd="0" parTransId="{78760FEC-44BF-4B9F-B92F-1692BF5C353A}" sibTransId="{A65DC7B8-B4B2-4851-B842-392C82F4CDFC}"/>
    <dgm:cxn modelId="{2E8118E4-720B-4361-835C-92FB20EB1AE6}" type="presOf" srcId="{18D78DDA-5849-4327-87C6-05C601903A3D}" destId="{5E342A3B-EC6F-4C25-9C9E-23BA210CCEE0}" srcOrd="0" destOrd="0" presId="urn:microsoft.com/office/officeart/2008/layout/VerticalCurvedList"/>
    <dgm:cxn modelId="{3F38A4F1-703C-4FFA-A3F9-AF9358218D7A}" type="presOf" srcId="{728C1BAE-D0EC-42DB-BC5E-E4478BE979A2}" destId="{067D12F6-781A-4190-A8E9-39D6B1001C12}" srcOrd="0" destOrd="0" presId="urn:microsoft.com/office/officeart/2008/layout/VerticalCurvedList"/>
    <dgm:cxn modelId="{0B9BB381-EBC7-4E57-A279-AC18771F3CDD}" type="presParOf" srcId="{4939D29F-EE27-4D4C-8BD1-69913609AA8C}" destId="{D3326530-FE86-4B56-AF8C-381B16E516B6}" srcOrd="0" destOrd="0" presId="urn:microsoft.com/office/officeart/2008/layout/VerticalCurvedList"/>
    <dgm:cxn modelId="{0E9C4362-8701-4AC9-A634-AE4D48A66C7A}" type="presParOf" srcId="{D3326530-FE86-4B56-AF8C-381B16E516B6}" destId="{B6B58250-6EED-4423-949A-CF2E56F416CA}" srcOrd="0" destOrd="0" presId="urn:microsoft.com/office/officeart/2008/layout/VerticalCurvedList"/>
    <dgm:cxn modelId="{8492B70F-5874-4D6E-B455-521DF389F10A}" type="presParOf" srcId="{B6B58250-6EED-4423-949A-CF2E56F416CA}" destId="{EB4DCCCD-8784-4922-968F-E21BFDF616FF}" srcOrd="0" destOrd="0" presId="urn:microsoft.com/office/officeart/2008/layout/VerticalCurvedList"/>
    <dgm:cxn modelId="{0CE40E66-DF32-48D2-AA42-83A25C92AF74}" type="presParOf" srcId="{B6B58250-6EED-4423-949A-CF2E56F416CA}" destId="{8298A256-1790-4B38-AC38-F651FB764986}" srcOrd="1" destOrd="0" presId="urn:microsoft.com/office/officeart/2008/layout/VerticalCurvedList"/>
    <dgm:cxn modelId="{12E5986A-964A-4FEE-8CCA-548BEBBDBB7B}" type="presParOf" srcId="{B6B58250-6EED-4423-949A-CF2E56F416CA}" destId="{252255B6-9B91-4334-ADF4-D1C050D323B4}" srcOrd="2" destOrd="0" presId="urn:microsoft.com/office/officeart/2008/layout/VerticalCurvedList"/>
    <dgm:cxn modelId="{AB047418-6300-4648-915E-9C8486F64AF1}" type="presParOf" srcId="{B6B58250-6EED-4423-949A-CF2E56F416CA}" destId="{1A443BCD-8555-4222-829C-F45659C2EF86}" srcOrd="3" destOrd="0" presId="urn:microsoft.com/office/officeart/2008/layout/VerticalCurvedList"/>
    <dgm:cxn modelId="{60E87233-3D75-474B-9C96-C8B63B11813F}" type="presParOf" srcId="{D3326530-FE86-4B56-AF8C-381B16E516B6}" destId="{067D12F6-781A-4190-A8E9-39D6B1001C12}" srcOrd="1" destOrd="0" presId="urn:microsoft.com/office/officeart/2008/layout/VerticalCurvedList"/>
    <dgm:cxn modelId="{44A56CEB-54AF-48F4-AE62-CE7AC4504835}" type="presParOf" srcId="{D3326530-FE86-4B56-AF8C-381B16E516B6}" destId="{6659C30D-30E1-43E2-976F-3A586F7DA403}" srcOrd="2" destOrd="0" presId="urn:microsoft.com/office/officeart/2008/layout/VerticalCurvedList"/>
    <dgm:cxn modelId="{AE2AD71D-B2F6-4A75-8C91-98B9C831F8D2}" type="presParOf" srcId="{6659C30D-30E1-43E2-976F-3A586F7DA403}" destId="{2A2A90D8-E5FC-4B0F-B305-D3D96EF56392}" srcOrd="0" destOrd="0" presId="urn:microsoft.com/office/officeart/2008/layout/VerticalCurvedList"/>
    <dgm:cxn modelId="{220B9C22-0F08-46CD-AE64-F34C574BC4C0}" type="presParOf" srcId="{D3326530-FE86-4B56-AF8C-381B16E516B6}" destId="{6F802AD8-11BF-4F66-AA8C-1974BEA77D83}" srcOrd="3" destOrd="0" presId="urn:microsoft.com/office/officeart/2008/layout/VerticalCurvedList"/>
    <dgm:cxn modelId="{2FADCA6D-5860-4247-BF56-DDE374AC8DA5}" type="presParOf" srcId="{D3326530-FE86-4B56-AF8C-381B16E516B6}" destId="{F38D3632-7A2F-4AF4-A919-4E6D920B68FE}" srcOrd="4" destOrd="0" presId="urn:microsoft.com/office/officeart/2008/layout/VerticalCurvedList"/>
    <dgm:cxn modelId="{710DB48C-475B-487F-8F48-9C5C1DE5FBA6}" type="presParOf" srcId="{F38D3632-7A2F-4AF4-A919-4E6D920B68FE}" destId="{4EE7823C-632C-49C4-9A38-1399E4B1F668}" srcOrd="0" destOrd="0" presId="urn:microsoft.com/office/officeart/2008/layout/VerticalCurvedList"/>
    <dgm:cxn modelId="{FDC57A10-E509-4316-A94E-A16E997B0DA4}" type="presParOf" srcId="{D3326530-FE86-4B56-AF8C-381B16E516B6}" destId="{5E342A3B-EC6F-4C25-9C9E-23BA210CCEE0}" srcOrd="5" destOrd="0" presId="urn:microsoft.com/office/officeart/2008/layout/VerticalCurvedList"/>
    <dgm:cxn modelId="{DC9A048A-D6BC-42BF-AC7E-492A2AE84410}" type="presParOf" srcId="{D3326530-FE86-4B56-AF8C-381B16E516B6}" destId="{629CA0C6-589F-4FF0-9C01-9BB8D2695566}" srcOrd="6" destOrd="0" presId="urn:microsoft.com/office/officeart/2008/layout/VerticalCurvedList"/>
    <dgm:cxn modelId="{A1B0932D-D2BA-4B89-84EA-F72903C5C795}" type="presParOf" srcId="{629CA0C6-589F-4FF0-9C01-9BB8D2695566}" destId="{37E73802-8CBE-49C6-BFAC-F2A37CDE2B5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C80787-EB93-4055-8DD2-A8E8FEDF7EB9}" type="doc">
      <dgm:prSet loTypeId="urn:microsoft.com/office/officeart/2005/8/layout/radial6" loCatId="relationship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E06DBD53-09D5-4977-A6FC-49A7DE9864EE}">
      <dgm:prSet phldrT="[Text]" phldr="0"/>
      <dgm:spPr/>
      <dgm:t>
        <a:bodyPr/>
        <a:lstStyle/>
        <a:p>
          <a:r>
            <a:rPr lang="en-IN" dirty="0"/>
            <a:t>Cost = ₹600 to 800 total </a:t>
          </a:r>
        </a:p>
      </dgm:t>
    </dgm:pt>
    <dgm:pt modelId="{D17E8728-68BC-488F-88A4-AB3982134DDF}" type="parTrans" cxnId="{05E9EA57-2446-4BEC-8A7D-FD167F084639}">
      <dgm:prSet/>
      <dgm:spPr/>
      <dgm:t>
        <a:bodyPr/>
        <a:lstStyle/>
        <a:p>
          <a:endParaRPr lang="en-IN"/>
        </a:p>
      </dgm:t>
    </dgm:pt>
    <dgm:pt modelId="{0FA9B5AF-12BD-4071-A16D-4EF78150F50D}" type="sibTrans" cxnId="{05E9EA57-2446-4BEC-8A7D-FD167F084639}">
      <dgm:prSet/>
      <dgm:spPr/>
      <dgm:t>
        <a:bodyPr/>
        <a:lstStyle/>
        <a:p>
          <a:endParaRPr lang="en-IN"/>
        </a:p>
      </dgm:t>
    </dgm:pt>
    <dgm:pt modelId="{72B45611-2942-46E1-8680-8F96DD567AAF}">
      <dgm:prSet phldrT="[Text]" phldr="0"/>
      <dgm:spPr/>
      <dgm:t>
        <a:bodyPr/>
        <a:lstStyle/>
        <a:p>
          <a:r>
            <a:rPr lang="en-IN" dirty="0"/>
            <a:t>IR Sensor</a:t>
          </a:r>
        </a:p>
      </dgm:t>
    </dgm:pt>
    <dgm:pt modelId="{52D5506E-9BA8-4A24-9CA5-74E33912BD7D}" type="parTrans" cxnId="{F3DBD467-6105-4ABE-B4B9-AFAD7C4AFF59}">
      <dgm:prSet/>
      <dgm:spPr/>
      <dgm:t>
        <a:bodyPr/>
        <a:lstStyle/>
        <a:p>
          <a:endParaRPr lang="en-IN"/>
        </a:p>
      </dgm:t>
    </dgm:pt>
    <dgm:pt modelId="{4E4576B5-93B7-41F6-973B-6522739E6615}" type="sibTrans" cxnId="{F3DBD467-6105-4ABE-B4B9-AFAD7C4AFF59}">
      <dgm:prSet/>
      <dgm:spPr/>
      <dgm:t>
        <a:bodyPr/>
        <a:lstStyle/>
        <a:p>
          <a:endParaRPr lang="en-IN"/>
        </a:p>
      </dgm:t>
    </dgm:pt>
    <dgm:pt modelId="{59E6C772-5347-454E-8D37-643FF878D2C0}">
      <dgm:prSet phldrT="[Text]" phldr="0"/>
      <dgm:spPr/>
      <dgm:t>
        <a:bodyPr/>
        <a:lstStyle/>
        <a:p>
          <a:r>
            <a:rPr lang="en-IN" dirty="0"/>
            <a:t>MPU6050</a:t>
          </a:r>
        </a:p>
      </dgm:t>
    </dgm:pt>
    <dgm:pt modelId="{B646BAF0-6958-4F36-9AB2-FCCC21DD4ECF}" type="parTrans" cxnId="{032768A0-FD82-4959-A76D-AE43DAF545CF}">
      <dgm:prSet/>
      <dgm:spPr/>
      <dgm:t>
        <a:bodyPr/>
        <a:lstStyle/>
        <a:p>
          <a:endParaRPr lang="en-IN"/>
        </a:p>
      </dgm:t>
    </dgm:pt>
    <dgm:pt modelId="{0CF45B5F-E6D4-42F1-BA82-8B79EE3DD84C}" type="sibTrans" cxnId="{032768A0-FD82-4959-A76D-AE43DAF545CF}">
      <dgm:prSet/>
      <dgm:spPr/>
      <dgm:t>
        <a:bodyPr/>
        <a:lstStyle/>
        <a:p>
          <a:endParaRPr lang="en-IN"/>
        </a:p>
      </dgm:t>
    </dgm:pt>
    <dgm:pt modelId="{4E4F6933-5E74-4753-9F47-53871997592B}">
      <dgm:prSet phldrT="[Text]" phldr="0"/>
      <dgm:spPr/>
      <dgm:t>
        <a:bodyPr/>
        <a:lstStyle/>
        <a:p>
          <a:r>
            <a:rPr lang="en-IN" dirty="0"/>
            <a:t>ESP32 / Arduino</a:t>
          </a:r>
        </a:p>
      </dgm:t>
    </dgm:pt>
    <dgm:pt modelId="{99855FFE-1A99-4F64-8078-6DFDDFE6D389}" type="parTrans" cxnId="{1ABC28D6-FD46-461B-BA85-5E798F655D91}">
      <dgm:prSet/>
      <dgm:spPr/>
      <dgm:t>
        <a:bodyPr/>
        <a:lstStyle/>
        <a:p>
          <a:endParaRPr lang="en-IN"/>
        </a:p>
      </dgm:t>
    </dgm:pt>
    <dgm:pt modelId="{26C384ED-DF61-4AB6-9F1F-67921B541151}" type="sibTrans" cxnId="{1ABC28D6-FD46-461B-BA85-5E798F655D91}">
      <dgm:prSet/>
      <dgm:spPr/>
      <dgm:t>
        <a:bodyPr/>
        <a:lstStyle/>
        <a:p>
          <a:endParaRPr lang="en-IN"/>
        </a:p>
      </dgm:t>
    </dgm:pt>
    <dgm:pt modelId="{B3EAB503-D538-4692-B584-4B19EF577D72}">
      <dgm:prSet phldrT="[Text]" phldr="0"/>
      <dgm:spPr/>
      <dgm:t>
        <a:bodyPr/>
        <a:lstStyle/>
        <a:p>
          <a:r>
            <a:rPr lang="en-IN" dirty="0"/>
            <a:t>Buzzer / Vibrator Motor</a:t>
          </a:r>
        </a:p>
      </dgm:t>
    </dgm:pt>
    <dgm:pt modelId="{8A088E0B-E345-4C29-99F7-C3ABB5FB7B71}" type="parTrans" cxnId="{741C70A1-6399-48A0-A7E0-A6F939C43627}">
      <dgm:prSet/>
      <dgm:spPr/>
      <dgm:t>
        <a:bodyPr/>
        <a:lstStyle/>
        <a:p>
          <a:endParaRPr lang="en-IN"/>
        </a:p>
      </dgm:t>
    </dgm:pt>
    <dgm:pt modelId="{F1F1EABF-5256-4D6B-B265-23D65259E3DF}" type="sibTrans" cxnId="{741C70A1-6399-48A0-A7E0-A6F939C43627}">
      <dgm:prSet/>
      <dgm:spPr/>
      <dgm:t>
        <a:bodyPr/>
        <a:lstStyle/>
        <a:p>
          <a:endParaRPr lang="en-IN"/>
        </a:p>
      </dgm:t>
    </dgm:pt>
    <dgm:pt modelId="{DDD76C69-6226-4E6C-A12F-39D30DD28D90}">
      <dgm:prSet phldrT="[Text]" phldr="0"/>
      <dgm:spPr/>
      <dgm:t>
        <a:bodyPr/>
        <a:lstStyle/>
        <a:p>
          <a:r>
            <a:rPr lang="en-IN" dirty="0"/>
            <a:t>OLED Display (future)</a:t>
          </a:r>
        </a:p>
      </dgm:t>
    </dgm:pt>
    <dgm:pt modelId="{96AA8EF2-EE90-4566-8A4D-685CBFC378AB}" type="parTrans" cxnId="{F801AFF5-0CC1-4A59-B104-001AC7F4DE04}">
      <dgm:prSet/>
      <dgm:spPr/>
      <dgm:t>
        <a:bodyPr/>
        <a:lstStyle/>
        <a:p>
          <a:endParaRPr lang="en-IN"/>
        </a:p>
      </dgm:t>
    </dgm:pt>
    <dgm:pt modelId="{E9C1245E-7393-4DD8-B95A-03799B3771AC}" type="sibTrans" cxnId="{F801AFF5-0CC1-4A59-B104-001AC7F4DE04}">
      <dgm:prSet/>
      <dgm:spPr/>
      <dgm:t>
        <a:bodyPr/>
        <a:lstStyle/>
        <a:p>
          <a:endParaRPr lang="en-IN"/>
        </a:p>
      </dgm:t>
    </dgm:pt>
    <dgm:pt modelId="{B4A9812F-B56C-4BBD-893D-DAFD85E1700C}">
      <dgm:prSet phldrT="[Text]" phldr="0"/>
      <dgm:spPr/>
      <dgm:t>
        <a:bodyPr/>
        <a:lstStyle/>
        <a:p>
          <a:r>
            <a:rPr lang="en-IN" dirty="0"/>
            <a:t>GSM Module (future)</a:t>
          </a:r>
        </a:p>
      </dgm:t>
    </dgm:pt>
    <dgm:pt modelId="{04819936-657C-4D2A-B298-8A3051C2EBE5}" type="parTrans" cxnId="{A4E25C66-CA8C-484B-9F01-04BABDB76CE9}">
      <dgm:prSet/>
      <dgm:spPr/>
      <dgm:t>
        <a:bodyPr/>
        <a:lstStyle/>
        <a:p>
          <a:endParaRPr lang="en-IN"/>
        </a:p>
      </dgm:t>
    </dgm:pt>
    <dgm:pt modelId="{F3C45CAF-575A-435C-B8EF-3B9DA31B770C}" type="sibTrans" cxnId="{A4E25C66-CA8C-484B-9F01-04BABDB76CE9}">
      <dgm:prSet/>
      <dgm:spPr/>
      <dgm:t>
        <a:bodyPr/>
        <a:lstStyle/>
        <a:p>
          <a:endParaRPr lang="en-IN"/>
        </a:p>
      </dgm:t>
    </dgm:pt>
    <dgm:pt modelId="{62249E98-6FFF-45CD-8FEC-E9AC9E90F124}" type="pres">
      <dgm:prSet presAssocID="{6BC80787-EB93-4055-8DD2-A8E8FEDF7EB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27AC259-FB13-4327-A8E5-6C40639D1AF4}" type="pres">
      <dgm:prSet presAssocID="{E06DBD53-09D5-4977-A6FC-49A7DE9864EE}" presName="centerShape" presStyleLbl="node0" presStyleIdx="0" presStyleCnt="1"/>
      <dgm:spPr/>
    </dgm:pt>
    <dgm:pt modelId="{62A41E5B-CDB2-46A9-A07E-62F8CF627825}" type="pres">
      <dgm:prSet presAssocID="{72B45611-2942-46E1-8680-8F96DD567AAF}" presName="node" presStyleLbl="node1" presStyleIdx="0" presStyleCnt="6">
        <dgm:presLayoutVars>
          <dgm:bulletEnabled val="1"/>
        </dgm:presLayoutVars>
      </dgm:prSet>
      <dgm:spPr/>
    </dgm:pt>
    <dgm:pt modelId="{DF981186-9597-452A-8274-97DEBACC2CAF}" type="pres">
      <dgm:prSet presAssocID="{72B45611-2942-46E1-8680-8F96DD567AAF}" presName="dummy" presStyleCnt="0"/>
      <dgm:spPr/>
    </dgm:pt>
    <dgm:pt modelId="{99226926-8463-4A65-9629-F6A6D8B36D4D}" type="pres">
      <dgm:prSet presAssocID="{4E4576B5-93B7-41F6-973B-6522739E6615}" presName="sibTrans" presStyleLbl="sibTrans2D1" presStyleIdx="0" presStyleCnt="6"/>
      <dgm:spPr/>
    </dgm:pt>
    <dgm:pt modelId="{894C0941-2F92-40FF-9B06-9840A101D9F7}" type="pres">
      <dgm:prSet presAssocID="{59E6C772-5347-454E-8D37-643FF878D2C0}" presName="node" presStyleLbl="node1" presStyleIdx="1" presStyleCnt="6">
        <dgm:presLayoutVars>
          <dgm:bulletEnabled val="1"/>
        </dgm:presLayoutVars>
      </dgm:prSet>
      <dgm:spPr/>
    </dgm:pt>
    <dgm:pt modelId="{ADF06D7E-991F-4403-AC28-50F3CD051BB1}" type="pres">
      <dgm:prSet presAssocID="{59E6C772-5347-454E-8D37-643FF878D2C0}" presName="dummy" presStyleCnt="0"/>
      <dgm:spPr/>
    </dgm:pt>
    <dgm:pt modelId="{15B30D77-2AD7-46CE-9B80-FB2DA711D8C2}" type="pres">
      <dgm:prSet presAssocID="{0CF45B5F-E6D4-42F1-BA82-8B79EE3DD84C}" presName="sibTrans" presStyleLbl="sibTrans2D1" presStyleIdx="1" presStyleCnt="6"/>
      <dgm:spPr/>
    </dgm:pt>
    <dgm:pt modelId="{20645CCA-21CA-42E7-AE37-ADC6DCD8E028}" type="pres">
      <dgm:prSet presAssocID="{4E4F6933-5E74-4753-9F47-53871997592B}" presName="node" presStyleLbl="node1" presStyleIdx="2" presStyleCnt="6">
        <dgm:presLayoutVars>
          <dgm:bulletEnabled val="1"/>
        </dgm:presLayoutVars>
      </dgm:prSet>
      <dgm:spPr/>
    </dgm:pt>
    <dgm:pt modelId="{E2DC407A-9581-471F-9290-2315C9C194B4}" type="pres">
      <dgm:prSet presAssocID="{4E4F6933-5E74-4753-9F47-53871997592B}" presName="dummy" presStyleCnt="0"/>
      <dgm:spPr/>
    </dgm:pt>
    <dgm:pt modelId="{E4F88377-E187-4DD7-A46C-DEF07ECC1034}" type="pres">
      <dgm:prSet presAssocID="{26C384ED-DF61-4AB6-9F1F-67921B541151}" presName="sibTrans" presStyleLbl="sibTrans2D1" presStyleIdx="2" presStyleCnt="6"/>
      <dgm:spPr/>
    </dgm:pt>
    <dgm:pt modelId="{B66AE8F8-1FCE-4B74-B32D-D8C2A17CBDA7}" type="pres">
      <dgm:prSet presAssocID="{B3EAB503-D538-4692-B584-4B19EF577D72}" presName="node" presStyleLbl="node1" presStyleIdx="3" presStyleCnt="6">
        <dgm:presLayoutVars>
          <dgm:bulletEnabled val="1"/>
        </dgm:presLayoutVars>
      </dgm:prSet>
      <dgm:spPr/>
    </dgm:pt>
    <dgm:pt modelId="{355AB118-2043-4719-9910-359027501B89}" type="pres">
      <dgm:prSet presAssocID="{B3EAB503-D538-4692-B584-4B19EF577D72}" presName="dummy" presStyleCnt="0"/>
      <dgm:spPr/>
    </dgm:pt>
    <dgm:pt modelId="{9389D5D2-3319-414C-9717-033A9E4F1553}" type="pres">
      <dgm:prSet presAssocID="{F1F1EABF-5256-4D6B-B265-23D65259E3DF}" presName="sibTrans" presStyleLbl="sibTrans2D1" presStyleIdx="3" presStyleCnt="6"/>
      <dgm:spPr/>
    </dgm:pt>
    <dgm:pt modelId="{1564846F-C4E9-4701-8A8B-3E16C9C7AC4C}" type="pres">
      <dgm:prSet presAssocID="{DDD76C69-6226-4E6C-A12F-39D30DD28D90}" presName="node" presStyleLbl="node1" presStyleIdx="4" presStyleCnt="6">
        <dgm:presLayoutVars>
          <dgm:bulletEnabled val="1"/>
        </dgm:presLayoutVars>
      </dgm:prSet>
      <dgm:spPr/>
    </dgm:pt>
    <dgm:pt modelId="{40994C03-D1BA-4158-978A-D7A40F7BBC79}" type="pres">
      <dgm:prSet presAssocID="{DDD76C69-6226-4E6C-A12F-39D30DD28D90}" presName="dummy" presStyleCnt="0"/>
      <dgm:spPr/>
    </dgm:pt>
    <dgm:pt modelId="{62ABD451-4E42-47B7-9040-B2839A4C3CBF}" type="pres">
      <dgm:prSet presAssocID="{E9C1245E-7393-4DD8-B95A-03799B3771AC}" presName="sibTrans" presStyleLbl="sibTrans2D1" presStyleIdx="4" presStyleCnt="6"/>
      <dgm:spPr/>
    </dgm:pt>
    <dgm:pt modelId="{FD337B2D-61CC-4238-8F79-756116AD3D14}" type="pres">
      <dgm:prSet presAssocID="{B4A9812F-B56C-4BBD-893D-DAFD85E1700C}" presName="node" presStyleLbl="node1" presStyleIdx="5" presStyleCnt="6">
        <dgm:presLayoutVars>
          <dgm:bulletEnabled val="1"/>
        </dgm:presLayoutVars>
      </dgm:prSet>
      <dgm:spPr/>
    </dgm:pt>
    <dgm:pt modelId="{BF121A8A-EDA5-4B1C-B709-A29397F2901E}" type="pres">
      <dgm:prSet presAssocID="{B4A9812F-B56C-4BBD-893D-DAFD85E1700C}" presName="dummy" presStyleCnt="0"/>
      <dgm:spPr/>
    </dgm:pt>
    <dgm:pt modelId="{D6C545D3-C530-4693-80E9-F813F8EB187F}" type="pres">
      <dgm:prSet presAssocID="{F3C45CAF-575A-435C-B8EF-3B9DA31B770C}" presName="sibTrans" presStyleLbl="sibTrans2D1" presStyleIdx="5" presStyleCnt="6"/>
      <dgm:spPr/>
    </dgm:pt>
  </dgm:ptLst>
  <dgm:cxnLst>
    <dgm:cxn modelId="{997D8D07-987B-4976-9626-CCF80B72B8F8}" type="presOf" srcId="{B4A9812F-B56C-4BBD-893D-DAFD85E1700C}" destId="{FD337B2D-61CC-4238-8F79-756116AD3D14}" srcOrd="0" destOrd="0" presId="urn:microsoft.com/office/officeart/2005/8/layout/radial6"/>
    <dgm:cxn modelId="{7F02EC0D-5C7E-4FAA-BBEA-E6B6B2A4FD7F}" type="presOf" srcId="{0CF45B5F-E6D4-42F1-BA82-8B79EE3DD84C}" destId="{15B30D77-2AD7-46CE-9B80-FB2DA711D8C2}" srcOrd="0" destOrd="0" presId="urn:microsoft.com/office/officeart/2005/8/layout/radial6"/>
    <dgm:cxn modelId="{E290261B-0AFF-49C1-B967-7430538E739F}" type="presOf" srcId="{F3C45CAF-575A-435C-B8EF-3B9DA31B770C}" destId="{D6C545D3-C530-4693-80E9-F813F8EB187F}" srcOrd="0" destOrd="0" presId="urn:microsoft.com/office/officeart/2005/8/layout/radial6"/>
    <dgm:cxn modelId="{1B526235-A105-4C05-AC88-6ADC068CBCE0}" type="presOf" srcId="{B3EAB503-D538-4692-B584-4B19EF577D72}" destId="{B66AE8F8-1FCE-4B74-B32D-D8C2A17CBDA7}" srcOrd="0" destOrd="0" presId="urn:microsoft.com/office/officeart/2005/8/layout/radial6"/>
    <dgm:cxn modelId="{7CD2025F-3535-4650-B2F1-414EEC09E49E}" type="presOf" srcId="{F1F1EABF-5256-4D6B-B265-23D65259E3DF}" destId="{9389D5D2-3319-414C-9717-033A9E4F1553}" srcOrd="0" destOrd="0" presId="urn:microsoft.com/office/officeart/2005/8/layout/radial6"/>
    <dgm:cxn modelId="{9D7ECD64-B215-46DC-A051-280781EFFB53}" type="presOf" srcId="{26C384ED-DF61-4AB6-9F1F-67921B541151}" destId="{E4F88377-E187-4DD7-A46C-DEF07ECC1034}" srcOrd="0" destOrd="0" presId="urn:microsoft.com/office/officeart/2005/8/layout/radial6"/>
    <dgm:cxn modelId="{A4E25C66-CA8C-484B-9F01-04BABDB76CE9}" srcId="{E06DBD53-09D5-4977-A6FC-49A7DE9864EE}" destId="{B4A9812F-B56C-4BBD-893D-DAFD85E1700C}" srcOrd="5" destOrd="0" parTransId="{04819936-657C-4D2A-B298-8A3051C2EBE5}" sibTransId="{F3C45CAF-575A-435C-B8EF-3B9DA31B770C}"/>
    <dgm:cxn modelId="{F3DBD467-6105-4ABE-B4B9-AFAD7C4AFF59}" srcId="{E06DBD53-09D5-4977-A6FC-49A7DE9864EE}" destId="{72B45611-2942-46E1-8680-8F96DD567AAF}" srcOrd="0" destOrd="0" parTransId="{52D5506E-9BA8-4A24-9CA5-74E33912BD7D}" sibTransId="{4E4576B5-93B7-41F6-973B-6522739E6615}"/>
    <dgm:cxn modelId="{989D8B6F-612C-4E90-9DCD-FCD5CEA4D0B5}" type="presOf" srcId="{6BC80787-EB93-4055-8DD2-A8E8FEDF7EB9}" destId="{62249E98-6FFF-45CD-8FEC-E9AC9E90F124}" srcOrd="0" destOrd="0" presId="urn:microsoft.com/office/officeart/2005/8/layout/radial6"/>
    <dgm:cxn modelId="{05E9EA57-2446-4BEC-8A7D-FD167F084639}" srcId="{6BC80787-EB93-4055-8DD2-A8E8FEDF7EB9}" destId="{E06DBD53-09D5-4977-A6FC-49A7DE9864EE}" srcOrd="0" destOrd="0" parTransId="{D17E8728-68BC-488F-88A4-AB3982134DDF}" sibTransId="{0FA9B5AF-12BD-4071-A16D-4EF78150F50D}"/>
    <dgm:cxn modelId="{1CC35B97-1CF7-4393-BA58-3ABC5B4F1DD8}" type="presOf" srcId="{DDD76C69-6226-4E6C-A12F-39D30DD28D90}" destId="{1564846F-C4E9-4701-8A8B-3E16C9C7AC4C}" srcOrd="0" destOrd="0" presId="urn:microsoft.com/office/officeart/2005/8/layout/radial6"/>
    <dgm:cxn modelId="{07FBAE9F-75B8-4361-8A9A-218A090A2C8A}" type="presOf" srcId="{E06DBD53-09D5-4977-A6FC-49A7DE9864EE}" destId="{127AC259-FB13-4327-A8E5-6C40639D1AF4}" srcOrd="0" destOrd="0" presId="urn:microsoft.com/office/officeart/2005/8/layout/radial6"/>
    <dgm:cxn modelId="{032768A0-FD82-4959-A76D-AE43DAF545CF}" srcId="{E06DBD53-09D5-4977-A6FC-49A7DE9864EE}" destId="{59E6C772-5347-454E-8D37-643FF878D2C0}" srcOrd="1" destOrd="0" parTransId="{B646BAF0-6958-4F36-9AB2-FCCC21DD4ECF}" sibTransId="{0CF45B5F-E6D4-42F1-BA82-8B79EE3DD84C}"/>
    <dgm:cxn modelId="{741C70A1-6399-48A0-A7E0-A6F939C43627}" srcId="{E06DBD53-09D5-4977-A6FC-49A7DE9864EE}" destId="{B3EAB503-D538-4692-B584-4B19EF577D72}" srcOrd="3" destOrd="0" parTransId="{8A088E0B-E345-4C29-99F7-C3ABB5FB7B71}" sibTransId="{F1F1EABF-5256-4D6B-B265-23D65259E3DF}"/>
    <dgm:cxn modelId="{C317CED2-30C4-49F7-B0E0-DFD79C4F5786}" type="presOf" srcId="{4E4F6933-5E74-4753-9F47-53871997592B}" destId="{20645CCA-21CA-42E7-AE37-ADC6DCD8E028}" srcOrd="0" destOrd="0" presId="urn:microsoft.com/office/officeart/2005/8/layout/radial6"/>
    <dgm:cxn modelId="{5FFD6FD3-F21E-47A5-8D9F-C8953938D16F}" type="presOf" srcId="{59E6C772-5347-454E-8D37-643FF878D2C0}" destId="{894C0941-2F92-40FF-9B06-9840A101D9F7}" srcOrd="0" destOrd="0" presId="urn:microsoft.com/office/officeart/2005/8/layout/radial6"/>
    <dgm:cxn modelId="{1ABC28D6-FD46-461B-BA85-5E798F655D91}" srcId="{E06DBD53-09D5-4977-A6FC-49A7DE9864EE}" destId="{4E4F6933-5E74-4753-9F47-53871997592B}" srcOrd="2" destOrd="0" parTransId="{99855FFE-1A99-4F64-8078-6DFDDFE6D389}" sibTransId="{26C384ED-DF61-4AB6-9F1F-67921B541151}"/>
    <dgm:cxn modelId="{977698D6-696B-4275-B277-1E758518694E}" type="presOf" srcId="{E9C1245E-7393-4DD8-B95A-03799B3771AC}" destId="{62ABD451-4E42-47B7-9040-B2839A4C3CBF}" srcOrd="0" destOrd="0" presId="urn:microsoft.com/office/officeart/2005/8/layout/radial6"/>
    <dgm:cxn modelId="{F6524DE4-6A87-4C8E-9BE9-72F44A5432BC}" type="presOf" srcId="{72B45611-2942-46E1-8680-8F96DD567AAF}" destId="{62A41E5B-CDB2-46A9-A07E-62F8CF627825}" srcOrd="0" destOrd="0" presId="urn:microsoft.com/office/officeart/2005/8/layout/radial6"/>
    <dgm:cxn modelId="{618FA4EC-13E8-4B80-A927-BD0588C2A6A3}" type="presOf" srcId="{4E4576B5-93B7-41F6-973B-6522739E6615}" destId="{99226926-8463-4A65-9629-F6A6D8B36D4D}" srcOrd="0" destOrd="0" presId="urn:microsoft.com/office/officeart/2005/8/layout/radial6"/>
    <dgm:cxn modelId="{F801AFF5-0CC1-4A59-B104-001AC7F4DE04}" srcId="{E06DBD53-09D5-4977-A6FC-49A7DE9864EE}" destId="{DDD76C69-6226-4E6C-A12F-39D30DD28D90}" srcOrd="4" destOrd="0" parTransId="{96AA8EF2-EE90-4566-8A4D-685CBFC378AB}" sibTransId="{E9C1245E-7393-4DD8-B95A-03799B3771AC}"/>
    <dgm:cxn modelId="{5CD5804E-9C64-47CA-84B7-B01965AF0E00}" type="presParOf" srcId="{62249E98-6FFF-45CD-8FEC-E9AC9E90F124}" destId="{127AC259-FB13-4327-A8E5-6C40639D1AF4}" srcOrd="0" destOrd="0" presId="urn:microsoft.com/office/officeart/2005/8/layout/radial6"/>
    <dgm:cxn modelId="{82AE6F97-09A9-4F07-A430-5ABD06C13FE8}" type="presParOf" srcId="{62249E98-6FFF-45CD-8FEC-E9AC9E90F124}" destId="{62A41E5B-CDB2-46A9-A07E-62F8CF627825}" srcOrd="1" destOrd="0" presId="urn:microsoft.com/office/officeart/2005/8/layout/radial6"/>
    <dgm:cxn modelId="{36CD395D-6A52-46F8-9AB2-AF6A2968F9DA}" type="presParOf" srcId="{62249E98-6FFF-45CD-8FEC-E9AC9E90F124}" destId="{DF981186-9597-452A-8274-97DEBACC2CAF}" srcOrd="2" destOrd="0" presId="urn:microsoft.com/office/officeart/2005/8/layout/radial6"/>
    <dgm:cxn modelId="{0EDA5502-82D4-4F96-8BE7-B4BD125DB1BC}" type="presParOf" srcId="{62249E98-6FFF-45CD-8FEC-E9AC9E90F124}" destId="{99226926-8463-4A65-9629-F6A6D8B36D4D}" srcOrd="3" destOrd="0" presId="urn:microsoft.com/office/officeart/2005/8/layout/radial6"/>
    <dgm:cxn modelId="{7E956450-08A2-416E-8F4B-912C8198F58C}" type="presParOf" srcId="{62249E98-6FFF-45CD-8FEC-E9AC9E90F124}" destId="{894C0941-2F92-40FF-9B06-9840A101D9F7}" srcOrd="4" destOrd="0" presId="urn:microsoft.com/office/officeart/2005/8/layout/radial6"/>
    <dgm:cxn modelId="{3C7C7DBD-4F88-4C59-BDDF-23845DDCD62C}" type="presParOf" srcId="{62249E98-6FFF-45CD-8FEC-E9AC9E90F124}" destId="{ADF06D7E-991F-4403-AC28-50F3CD051BB1}" srcOrd="5" destOrd="0" presId="urn:microsoft.com/office/officeart/2005/8/layout/radial6"/>
    <dgm:cxn modelId="{C2955A26-4125-42BF-B1CF-EF6E5CA8D65F}" type="presParOf" srcId="{62249E98-6FFF-45CD-8FEC-E9AC9E90F124}" destId="{15B30D77-2AD7-46CE-9B80-FB2DA711D8C2}" srcOrd="6" destOrd="0" presId="urn:microsoft.com/office/officeart/2005/8/layout/radial6"/>
    <dgm:cxn modelId="{D57089E8-EB25-409F-B35A-7DED14CB9FC3}" type="presParOf" srcId="{62249E98-6FFF-45CD-8FEC-E9AC9E90F124}" destId="{20645CCA-21CA-42E7-AE37-ADC6DCD8E028}" srcOrd="7" destOrd="0" presId="urn:microsoft.com/office/officeart/2005/8/layout/radial6"/>
    <dgm:cxn modelId="{1DB8FD42-804E-4BFF-B670-490A8D8E7929}" type="presParOf" srcId="{62249E98-6FFF-45CD-8FEC-E9AC9E90F124}" destId="{E2DC407A-9581-471F-9290-2315C9C194B4}" srcOrd="8" destOrd="0" presId="urn:microsoft.com/office/officeart/2005/8/layout/radial6"/>
    <dgm:cxn modelId="{E22B9DCC-350E-4EC1-B2E2-75BFCBA7444D}" type="presParOf" srcId="{62249E98-6FFF-45CD-8FEC-E9AC9E90F124}" destId="{E4F88377-E187-4DD7-A46C-DEF07ECC1034}" srcOrd="9" destOrd="0" presId="urn:microsoft.com/office/officeart/2005/8/layout/radial6"/>
    <dgm:cxn modelId="{F6669061-D883-44A1-90CD-0CD180738DDF}" type="presParOf" srcId="{62249E98-6FFF-45CD-8FEC-E9AC9E90F124}" destId="{B66AE8F8-1FCE-4B74-B32D-D8C2A17CBDA7}" srcOrd="10" destOrd="0" presId="urn:microsoft.com/office/officeart/2005/8/layout/radial6"/>
    <dgm:cxn modelId="{8983728A-BD13-4D23-A205-C2A71FD13B98}" type="presParOf" srcId="{62249E98-6FFF-45CD-8FEC-E9AC9E90F124}" destId="{355AB118-2043-4719-9910-359027501B89}" srcOrd="11" destOrd="0" presId="urn:microsoft.com/office/officeart/2005/8/layout/radial6"/>
    <dgm:cxn modelId="{321BCF63-814D-484B-8DE8-5E59808DC794}" type="presParOf" srcId="{62249E98-6FFF-45CD-8FEC-E9AC9E90F124}" destId="{9389D5D2-3319-414C-9717-033A9E4F1553}" srcOrd="12" destOrd="0" presId="urn:microsoft.com/office/officeart/2005/8/layout/radial6"/>
    <dgm:cxn modelId="{E7F78F8F-FA2A-4F8B-832B-CC004D7ED404}" type="presParOf" srcId="{62249E98-6FFF-45CD-8FEC-E9AC9E90F124}" destId="{1564846F-C4E9-4701-8A8B-3E16C9C7AC4C}" srcOrd="13" destOrd="0" presId="urn:microsoft.com/office/officeart/2005/8/layout/radial6"/>
    <dgm:cxn modelId="{783B268A-4075-4595-ABE6-06423DCAA24B}" type="presParOf" srcId="{62249E98-6FFF-45CD-8FEC-E9AC9E90F124}" destId="{40994C03-D1BA-4158-978A-D7A40F7BBC79}" srcOrd="14" destOrd="0" presId="urn:microsoft.com/office/officeart/2005/8/layout/radial6"/>
    <dgm:cxn modelId="{F2370F4D-E48D-431C-A669-8DCD3CFFB38E}" type="presParOf" srcId="{62249E98-6FFF-45CD-8FEC-E9AC9E90F124}" destId="{62ABD451-4E42-47B7-9040-B2839A4C3CBF}" srcOrd="15" destOrd="0" presId="urn:microsoft.com/office/officeart/2005/8/layout/radial6"/>
    <dgm:cxn modelId="{6829477E-B7A9-4121-AAB5-D434FE4EE3FE}" type="presParOf" srcId="{62249E98-6FFF-45CD-8FEC-E9AC9E90F124}" destId="{FD337B2D-61CC-4238-8F79-756116AD3D14}" srcOrd="16" destOrd="0" presId="urn:microsoft.com/office/officeart/2005/8/layout/radial6"/>
    <dgm:cxn modelId="{13ECC214-4994-444F-9953-8C968C7BAAB8}" type="presParOf" srcId="{62249E98-6FFF-45CD-8FEC-E9AC9E90F124}" destId="{BF121A8A-EDA5-4B1C-B709-A29397F2901E}" srcOrd="17" destOrd="0" presId="urn:microsoft.com/office/officeart/2005/8/layout/radial6"/>
    <dgm:cxn modelId="{6D9C52A5-DBF4-4AEB-94DE-F66620982C00}" type="presParOf" srcId="{62249E98-6FFF-45CD-8FEC-E9AC9E90F124}" destId="{D6C545D3-C530-4693-80E9-F813F8EB187F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9BF31F-0DE0-41CE-A037-A333569E3925}" type="doc">
      <dgm:prSet loTypeId="urn:microsoft.com/office/officeart/2005/8/layout/funnel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4DDB1F68-F590-49F8-AAD4-1165BC68A860}">
      <dgm:prSet phldrT="[Text]"/>
      <dgm:spPr/>
      <dgm:t>
        <a:bodyPr/>
        <a:lstStyle/>
        <a:p>
          <a:pPr>
            <a:buNone/>
          </a:pPr>
          <a:r>
            <a:rPr lang="en-US" b="1" dirty="0"/>
            <a:t>Detects eye closure &gt;3s head tilt &gt;15°</a:t>
          </a:r>
          <a:endParaRPr lang="en-IN" dirty="0"/>
        </a:p>
      </dgm:t>
    </dgm:pt>
    <dgm:pt modelId="{CC07D6C3-987B-4B0C-B03D-170442F246E2}" type="parTrans" cxnId="{1DA84E52-BC8B-4EAD-B418-74943AC7A383}">
      <dgm:prSet/>
      <dgm:spPr/>
      <dgm:t>
        <a:bodyPr/>
        <a:lstStyle/>
        <a:p>
          <a:endParaRPr lang="en-IN"/>
        </a:p>
      </dgm:t>
    </dgm:pt>
    <dgm:pt modelId="{65ECEA3D-370F-484F-B275-24953FDB032F}" type="sibTrans" cxnId="{1DA84E52-BC8B-4EAD-B418-74943AC7A383}">
      <dgm:prSet/>
      <dgm:spPr/>
      <dgm:t>
        <a:bodyPr/>
        <a:lstStyle/>
        <a:p>
          <a:endParaRPr lang="en-IN"/>
        </a:p>
      </dgm:t>
    </dgm:pt>
    <dgm:pt modelId="{69FD176F-F417-482D-A752-0BA8E09D609B}">
      <dgm:prSet phldrT="[Text]" phldr="0"/>
      <dgm:spPr/>
      <dgm:t>
        <a:bodyPr/>
        <a:lstStyle/>
        <a:p>
          <a:r>
            <a:rPr lang="en-IN" dirty="0"/>
            <a:t>Triggers alert in </a:t>
          </a:r>
          <a:r>
            <a:rPr lang="en-IN" b="1" dirty="0"/>
            <a:t>under 1 second</a:t>
          </a:r>
          <a:endParaRPr lang="en-IN" dirty="0"/>
        </a:p>
      </dgm:t>
    </dgm:pt>
    <dgm:pt modelId="{615EC692-58EC-41C2-B013-D9AA3998317A}" type="parTrans" cxnId="{0E40DB01-38DC-42E7-A68B-570CF8C0FD64}">
      <dgm:prSet/>
      <dgm:spPr/>
      <dgm:t>
        <a:bodyPr/>
        <a:lstStyle/>
        <a:p>
          <a:endParaRPr lang="en-IN"/>
        </a:p>
      </dgm:t>
    </dgm:pt>
    <dgm:pt modelId="{3CC68228-BEA4-4F0F-846F-B1075BE3F807}" type="sibTrans" cxnId="{0E40DB01-38DC-42E7-A68B-570CF8C0FD64}">
      <dgm:prSet/>
      <dgm:spPr/>
      <dgm:t>
        <a:bodyPr/>
        <a:lstStyle/>
        <a:p>
          <a:endParaRPr lang="en-IN"/>
        </a:p>
      </dgm:t>
    </dgm:pt>
    <dgm:pt modelId="{E949EF63-6909-427F-8784-9C064DE385F8}">
      <dgm:prSet phldrT="[Text]" phldr="0"/>
      <dgm:spPr/>
      <dgm:t>
        <a:bodyPr/>
        <a:lstStyle/>
        <a:p>
          <a:r>
            <a:rPr lang="en-IN" dirty="0"/>
            <a:t>Portable, low-power setup tested  on mock drive</a:t>
          </a:r>
        </a:p>
      </dgm:t>
    </dgm:pt>
    <dgm:pt modelId="{6751B256-6DA6-4560-94CB-AC8BF0360D69}" type="parTrans" cxnId="{D1E16890-B494-49B8-B5C7-34A7AD4F65C4}">
      <dgm:prSet/>
      <dgm:spPr/>
      <dgm:t>
        <a:bodyPr/>
        <a:lstStyle/>
        <a:p>
          <a:endParaRPr lang="en-IN"/>
        </a:p>
      </dgm:t>
    </dgm:pt>
    <dgm:pt modelId="{BEABA090-3FAA-4A76-9C55-5ADDC1D903ED}" type="sibTrans" cxnId="{D1E16890-B494-49B8-B5C7-34A7AD4F65C4}">
      <dgm:prSet/>
      <dgm:spPr/>
      <dgm:t>
        <a:bodyPr/>
        <a:lstStyle/>
        <a:p>
          <a:endParaRPr lang="en-IN"/>
        </a:p>
      </dgm:t>
    </dgm:pt>
    <dgm:pt modelId="{985B6FD6-01DD-44D5-BF6D-49926385E2D9}">
      <dgm:prSet phldrT="[Text]" phldr="0"/>
      <dgm:spPr/>
      <dgm:t>
        <a:bodyPr/>
        <a:lstStyle/>
        <a:p>
          <a:r>
            <a:rPr lang="en-IN" dirty="0"/>
            <a:t>SafeMiles</a:t>
          </a:r>
        </a:p>
      </dgm:t>
    </dgm:pt>
    <dgm:pt modelId="{AAA4AE12-0F66-445A-A82F-645F3257BA26}" type="sibTrans" cxnId="{A3AD0A5C-88F4-4743-9ACB-88F88AD850A7}">
      <dgm:prSet/>
      <dgm:spPr/>
      <dgm:t>
        <a:bodyPr/>
        <a:lstStyle/>
        <a:p>
          <a:endParaRPr lang="en-IN"/>
        </a:p>
      </dgm:t>
    </dgm:pt>
    <dgm:pt modelId="{CC7EB40D-4443-432D-ACA9-34A7F3C34C26}" type="parTrans" cxnId="{A3AD0A5C-88F4-4743-9ACB-88F88AD850A7}">
      <dgm:prSet/>
      <dgm:spPr/>
      <dgm:t>
        <a:bodyPr/>
        <a:lstStyle/>
        <a:p>
          <a:endParaRPr lang="en-IN"/>
        </a:p>
      </dgm:t>
    </dgm:pt>
    <dgm:pt modelId="{46E84FC1-99F8-44F8-9B9D-4AE0FB05BD35}" type="pres">
      <dgm:prSet presAssocID="{499BF31F-0DE0-41CE-A037-A333569E3925}" presName="Name0" presStyleCnt="0">
        <dgm:presLayoutVars>
          <dgm:chMax val="4"/>
          <dgm:resizeHandles val="exact"/>
        </dgm:presLayoutVars>
      </dgm:prSet>
      <dgm:spPr/>
    </dgm:pt>
    <dgm:pt modelId="{D6B4DF18-CD7A-47DB-8024-F161AE7117D8}" type="pres">
      <dgm:prSet presAssocID="{499BF31F-0DE0-41CE-A037-A333569E3925}" presName="ellipse" presStyleLbl="trBgShp" presStyleIdx="0" presStyleCnt="1"/>
      <dgm:spPr/>
    </dgm:pt>
    <dgm:pt modelId="{36965B99-4AD1-47A8-BA6A-D86FED57E663}" type="pres">
      <dgm:prSet presAssocID="{499BF31F-0DE0-41CE-A037-A333569E3925}" presName="arrow1" presStyleLbl="fgShp" presStyleIdx="0" presStyleCnt="1"/>
      <dgm:spPr/>
    </dgm:pt>
    <dgm:pt modelId="{C57BD09A-698A-40CD-A994-C0F4A0013B21}" type="pres">
      <dgm:prSet presAssocID="{499BF31F-0DE0-41CE-A037-A333569E3925}" presName="rectangle" presStyleLbl="revTx" presStyleIdx="0" presStyleCnt="1">
        <dgm:presLayoutVars>
          <dgm:bulletEnabled val="1"/>
        </dgm:presLayoutVars>
      </dgm:prSet>
      <dgm:spPr/>
    </dgm:pt>
    <dgm:pt modelId="{876F1FD8-9526-429A-BF61-EF3636021B6D}" type="pres">
      <dgm:prSet presAssocID="{69FD176F-F417-482D-A752-0BA8E09D609B}" presName="item1" presStyleLbl="node1" presStyleIdx="0" presStyleCnt="3">
        <dgm:presLayoutVars>
          <dgm:bulletEnabled val="1"/>
        </dgm:presLayoutVars>
      </dgm:prSet>
      <dgm:spPr/>
    </dgm:pt>
    <dgm:pt modelId="{1F6C78F3-B72E-454C-BA52-1A39EDC62A90}" type="pres">
      <dgm:prSet presAssocID="{E949EF63-6909-427F-8784-9C064DE385F8}" presName="item2" presStyleLbl="node1" presStyleIdx="1" presStyleCnt="3">
        <dgm:presLayoutVars>
          <dgm:bulletEnabled val="1"/>
        </dgm:presLayoutVars>
      </dgm:prSet>
      <dgm:spPr/>
    </dgm:pt>
    <dgm:pt modelId="{8E3BF9E8-037C-4870-ACF5-B23F43451139}" type="pres">
      <dgm:prSet presAssocID="{985B6FD6-01DD-44D5-BF6D-49926385E2D9}" presName="item3" presStyleLbl="node1" presStyleIdx="2" presStyleCnt="3">
        <dgm:presLayoutVars>
          <dgm:bulletEnabled val="1"/>
        </dgm:presLayoutVars>
      </dgm:prSet>
      <dgm:spPr/>
    </dgm:pt>
    <dgm:pt modelId="{CE3813BC-D7CE-4E56-B1B0-E7D7A3B99714}" type="pres">
      <dgm:prSet presAssocID="{499BF31F-0DE0-41CE-A037-A333569E3925}" presName="funnel" presStyleLbl="trAlignAcc1" presStyleIdx="0" presStyleCnt="1"/>
      <dgm:spPr/>
    </dgm:pt>
  </dgm:ptLst>
  <dgm:cxnLst>
    <dgm:cxn modelId="{0E40DB01-38DC-42E7-A68B-570CF8C0FD64}" srcId="{499BF31F-0DE0-41CE-A037-A333569E3925}" destId="{69FD176F-F417-482D-A752-0BA8E09D609B}" srcOrd="1" destOrd="0" parTransId="{615EC692-58EC-41C2-B013-D9AA3998317A}" sibTransId="{3CC68228-BEA4-4F0F-846F-B1075BE3F807}"/>
    <dgm:cxn modelId="{A3AD0A5C-88F4-4743-9ACB-88F88AD850A7}" srcId="{499BF31F-0DE0-41CE-A037-A333569E3925}" destId="{985B6FD6-01DD-44D5-BF6D-49926385E2D9}" srcOrd="3" destOrd="0" parTransId="{CC7EB40D-4443-432D-ACA9-34A7F3C34C26}" sibTransId="{AAA4AE12-0F66-445A-A82F-645F3257BA26}"/>
    <dgm:cxn modelId="{1DA84E52-BC8B-4EAD-B418-74943AC7A383}" srcId="{499BF31F-0DE0-41CE-A037-A333569E3925}" destId="{4DDB1F68-F590-49F8-AAD4-1165BC68A860}" srcOrd="0" destOrd="0" parTransId="{CC07D6C3-987B-4B0C-B03D-170442F246E2}" sibTransId="{65ECEA3D-370F-484F-B275-24953FDB032F}"/>
    <dgm:cxn modelId="{D4110380-4278-4AAD-A0FE-687D1E391BB0}" type="presOf" srcId="{E949EF63-6909-427F-8784-9C064DE385F8}" destId="{876F1FD8-9526-429A-BF61-EF3636021B6D}" srcOrd="0" destOrd="0" presId="urn:microsoft.com/office/officeart/2005/8/layout/funnel1"/>
    <dgm:cxn modelId="{D1E16890-B494-49B8-B5C7-34A7AD4F65C4}" srcId="{499BF31F-0DE0-41CE-A037-A333569E3925}" destId="{E949EF63-6909-427F-8784-9C064DE385F8}" srcOrd="2" destOrd="0" parTransId="{6751B256-6DA6-4560-94CB-AC8BF0360D69}" sibTransId="{BEABA090-3FAA-4A76-9C55-5ADDC1D903ED}"/>
    <dgm:cxn modelId="{71241595-BAA0-4635-BB49-22E28DCCD498}" type="presOf" srcId="{985B6FD6-01DD-44D5-BF6D-49926385E2D9}" destId="{C57BD09A-698A-40CD-A994-C0F4A0013B21}" srcOrd="0" destOrd="0" presId="urn:microsoft.com/office/officeart/2005/8/layout/funnel1"/>
    <dgm:cxn modelId="{A1FD02AB-D403-46F6-A6BF-6F832913C21C}" type="presOf" srcId="{4DDB1F68-F590-49F8-AAD4-1165BC68A860}" destId="{8E3BF9E8-037C-4870-ACF5-B23F43451139}" srcOrd="0" destOrd="0" presId="urn:microsoft.com/office/officeart/2005/8/layout/funnel1"/>
    <dgm:cxn modelId="{0B4365AB-7934-4107-BFA8-00B230FCA801}" type="presOf" srcId="{499BF31F-0DE0-41CE-A037-A333569E3925}" destId="{46E84FC1-99F8-44F8-9B9D-4AE0FB05BD35}" srcOrd="0" destOrd="0" presId="urn:microsoft.com/office/officeart/2005/8/layout/funnel1"/>
    <dgm:cxn modelId="{A3A77DFF-348A-41E1-AF51-F863837941C8}" type="presOf" srcId="{69FD176F-F417-482D-A752-0BA8E09D609B}" destId="{1F6C78F3-B72E-454C-BA52-1A39EDC62A90}" srcOrd="0" destOrd="0" presId="urn:microsoft.com/office/officeart/2005/8/layout/funnel1"/>
    <dgm:cxn modelId="{0B466829-7EAE-4817-BFC6-1EDCB9D33671}" type="presParOf" srcId="{46E84FC1-99F8-44F8-9B9D-4AE0FB05BD35}" destId="{D6B4DF18-CD7A-47DB-8024-F161AE7117D8}" srcOrd="0" destOrd="0" presId="urn:microsoft.com/office/officeart/2005/8/layout/funnel1"/>
    <dgm:cxn modelId="{2DF413DE-9BCC-401B-99BB-842BAE70C509}" type="presParOf" srcId="{46E84FC1-99F8-44F8-9B9D-4AE0FB05BD35}" destId="{36965B99-4AD1-47A8-BA6A-D86FED57E663}" srcOrd="1" destOrd="0" presId="urn:microsoft.com/office/officeart/2005/8/layout/funnel1"/>
    <dgm:cxn modelId="{1B8FD2B5-78D5-4D94-BB30-D67731D4CE06}" type="presParOf" srcId="{46E84FC1-99F8-44F8-9B9D-4AE0FB05BD35}" destId="{C57BD09A-698A-40CD-A994-C0F4A0013B21}" srcOrd="2" destOrd="0" presId="urn:microsoft.com/office/officeart/2005/8/layout/funnel1"/>
    <dgm:cxn modelId="{921542CC-201B-4A9F-937E-72D59D626DCA}" type="presParOf" srcId="{46E84FC1-99F8-44F8-9B9D-4AE0FB05BD35}" destId="{876F1FD8-9526-429A-BF61-EF3636021B6D}" srcOrd="3" destOrd="0" presId="urn:microsoft.com/office/officeart/2005/8/layout/funnel1"/>
    <dgm:cxn modelId="{0703B7D0-F633-4116-987F-560D271E9D07}" type="presParOf" srcId="{46E84FC1-99F8-44F8-9B9D-4AE0FB05BD35}" destId="{1F6C78F3-B72E-454C-BA52-1A39EDC62A90}" srcOrd="4" destOrd="0" presId="urn:microsoft.com/office/officeart/2005/8/layout/funnel1"/>
    <dgm:cxn modelId="{0DAE8A72-4BA9-4AA5-AAB9-F39AA73F1D92}" type="presParOf" srcId="{46E84FC1-99F8-44F8-9B9D-4AE0FB05BD35}" destId="{8E3BF9E8-037C-4870-ACF5-B23F43451139}" srcOrd="5" destOrd="0" presId="urn:microsoft.com/office/officeart/2005/8/layout/funnel1"/>
    <dgm:cxn modelId="{050B428E-250C-4595-8594-AA70287C697D}" type="presParOf" srcId="{46E84FC1-99F8-44F8-9B9D-4AE0FB05BD35}" destId="{CE3813BC-D7CE-4E56-B1B0-E7D7A3B99714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85B569-9D6D-44AE-A645-F6BEDEA219FC}" type="doc">
      <dgm:prSet loTypeId="urn:microsoft.com/office/officeart/2005/8/layout/hProcess9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88363FAB-E3CE-4510-93EB-80D4EBEC8A3F}">
      <dgm:prSet phldrT="[Text]"/>
      <dgm:spPr/>
      <dgm:t>
        <a:bodyPr/>
        <a:lstStyle/>
        <a:p>
          <a:pPr>
            <a:buNone/>
          </a:pPr>
          <a:r>
            <a:rPr lang="en-IN" b="0" dirty="0"/>
            <a:t>AI-based camera detection system</a:t>
          </a:r>
        </a:p>
      </dgm:t>
    </dgm:pt>
    <dgm:pt modelId="{024B5555-82EC-4AE0-83E1-CEA4F5041E62}" type="parTrans" cxnId="{09FB52F3-D129-45FD-B583-6C603AAF294E}">
      <dgm:prSet/>
      <dgm:spPr/>
      <dgm:t>
        <a:bodyPr/>
        <a:lstStyle/>
        <a:p>
          <a:endParaRPr lang="en-IN"/>
        </a:p>
      </dgm:t>
    </dgm:pt>
    <dgm:pt modelId="{A7B3BC90-3057-4A04-BFB7-3AB975AB6A75}" type="sibTrans" cxnId="{09FB52F3-D129-45FD-B583-6C603AAF294E}">
      <dgm:prSet/>
      <dgm:spPr/>
      <dgm:t>
        <a:bodyPr/>
        <a:lstStyle/>
        <a:p>
          <a:endParaRPr lang="en-IN"/>
        </a:p>
      </dgm:t>
    </dgm:pt>
    <dgm:pt modelId="{5F28F55C-DAC4-4EB6-9707-7430B59C4A32}">
      <dgm:prSet phldrT="[Text]" phldr="0"/>
      <dgm:spPr/>
      <dgm:t>
        <a:bodyPr/>
        <a:lstStyle/>
        <a:p>
          <a:r>
            <a:rPr lang="en-IN" b="0" dirty="0"/>
            <a:t>Cloud &amp; app integration for fleet analytics</a:t>
          </a:r>
        </a:p>
      </dgm:t>
    </dgm:pt>
    <dgm:pt modelId="{8104E45B-2E6D-4AD7-A0BE-054F4D12BC82}" type="parTrans" cxnId="{8221BEB6-2EDF-4E9B-8926-0730A2E42FDC}">
      <dgm:prSet/>
      <dgm:spPr/>
      <dgm:t>
        <a:bodyPr/>
        <a:lstStyle/>
        <a:p>
          <a:endParaRPr lang="en-IN"/>
        </a:p>
      </dgm:t>
    </dgm:pt>
    <dgm:pt modelId="{45E7A664-BAE4-436C-AE0A-202D01483E23}" type="sibTrans" cxnId="{8221BEB6-2EDF-4E9B-8926-0730A2E42FDC}">
      <dgm:prSet/>
      <dgm:spPr/>
      <dgm:t>
        <a:bodyPr/>
        <a:lstStyle/>
        <a:p>
          <a:endParaRPr lang="en-IN"/>
        </a:p>
      </dgm:t>
    </dgm:pt>
    <dgm:pt modelId="{3551B0B0-FC1A-4191-9475-0529A8CC4E02}">
      <dgm:prSet phldrT="[Text]" phldr="0"/>
      <dgm:spPr/>
      <dgm:t>
        <a:bodyPr/>
        <a:lstStyle/>
        <a:p>
          <a:r>
            <a:rPr lang="en-IN" b="0" dirty="0"/>
            <a:t>Multi-sensor fusion for accuracy</a:t>
          </a:r>
        </a:p>
      </dgm:t>
    </dgm:pt>
    <dgm:pt modelId="{FD3B5A52-BF45-4309-AF4D-4777FF4F6A74}" type="parTrans" cxnId="{1CE72039-436C-44FA-A8CD-07DBE87A5741}">
      <dgm:prSet/>
      <dgm:spPr/>
      <dgm:t>
        <a:bodyPr/>
        <a:lstStyle/>
        <a:p>
          <a:endParaRPr lang="en-IN"/>
        </a:p>
      </dgm:t>
    </dgm:pt>
    <dgm:pt modelId="{7BEC424B-D617-4001-964F-2B6ABC023859}" type="sibTrans" cxnId="{1CE72039-436C-44FA-A8CD-07DBE87A5741}">
      <dgm:prSet/>
      <dgm:spPr/>
      <dgm:t>
        <a:bodyPr/>
        <a:lstStyle/>
        <a:p>
          <a:endParaRPr lang="en-IN"/>
        </a:p>
      </dgm:t>
    </dgm:pt>
    <dgm:pt modelId="{7A027F07-D1B4-44FB-AB25-02779CCC45B9}" type="pres">
      <dgm:prSet presAssocID="{6185B569-9D6D-44AE-A645-F6BEDEA219FC}" presName="CompostProcess" presStyleCnt="0">
        <dgm:presLayoutVars>
          <dgm:dir/>
          <dgm:resizeHandles val="exact"/>
        </dgm:presLayoutVars>
      </dgm:prSet>
      <dgm:spPr/>
    </dgm:pt>
    <dgm:pt modelId="{6A23D170-9120-413A-B38A-51A9391BC6AE}" type="pres">
      <dgm:prSet presAssocID="{6185B569-9D6D-44AE-A645-F6BEDEA219FC}" presName="arrow" presStyleLbl="bgShp" presStyleIdx="0" presStyleCnt="1"/>
      <dgm:spPr/>
    </dgm:pt>
    <dgm:pt modelId="{BFC569E7-E8BF-407F-B18D-6F564FEC0E77}" type="pres">
      <dgm:prSet presAssocID="{6185B569-9D6D-44AE-A645-F6BEDEA219FC}" presName="linearProcess" presStyleCnt="0"/>
      <dgm:spPr/>
    </dgm:pt>
    <dgm:pt modelId="{D24ACAAE-0E5C-4077-9A2F-5B883B408C0E}" type="pres">
      <dgm:prSet presAssocID="{88363FAB-E3CE-4510-93EB-80D4EBEC8A3F}" presName="textNode" presStyleLbl="node1" presStyleIdx="0" presStyleCnt="3">
        <dgm:presLayoutVars>
          <dgm:bulletEnabled val="1"/>
        </dgm:presLayoutVars>
      </dgm:prSet>
      <dgm:spPr/>
    </dgm:pt>
    <dgm:pt modelId="{797DF560-C5DD-4128-AAF2-0527F42BD1C3}" type="pres">
      <dgm:prSet presAssocID="{A7B3BC90-3057-4A04-BFB7-3AB975AB6A75}" presName="sibTrans" presStyleCnt="0"/>
      <dgm:spPr/>
    </dgm:pt>
    <dgm:pt modelId="{6B0C8BBA-862D-411B-8938-08D67DB9010A}" type="pres">
      <dgm:prSet presAssocID="{5F28F55C-DAC4-4EB6-9707-7430B59C4A32}" presName="textNode" presStyleLbl="node1" presStyleIdx="1" presStyleCnt="3">
        <dgm:presLayoutVars>
          <dgm:bulletEnabled val="1"/>
        </dgm:presLayoutVars>
      </dgm:prSet>
      <dgm:spPr/>
    </dgm:pt>
    <dgm:pt modelId="{18556A64-9057-4100-8481-F74EBC1F287B}" type="pres">
      <dgm:prSet presAssocID="{45E7A664-BAE4-436C-AE0A-202D01483E23}" presName="sibTrans" presStyleCnt="0"/>
      <dgm:spPr/>
    </dgm:pt>
    <dgm:pt modelId="{93C16BC8-5438-4E0E-AB60-51160181E234}" type="pres">
      <dgm:prSet presAssocID="{3551B0B0-FC1A-4191-9475-0529A8CC4E02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A7DF2311-985F-43FF-A0A7-CFF91319B186}" type="presOf" srcId="{3551B0B0-FC1A-4191-9475-0529A8CC4E02}" destId="{93C16BC8-5438-4E0E-AB60-51160181E234}" srcOrd="0" destOrd="0" presId="urn:microsoft.com/office/officeart/2005/8/layout/hProcess9"/>
    <dgm:cxn modelId="{1CE72039-436C-44FA-A8CD-07DBE87A5741}" srcId="{6185B569-9D6D-44AE-A645-F6BEDEA219FC}" destId="{3551B0B0-FC1A-4191-9475-0529A8CC4E02}" srcOrd="2" destOrd="0" parTransId="{FD3B5A52-BF45-4309-AF4D-4777FF4F6A74}" sibTransId="{7BEC424B-D617-4001-964F-2B6ABC023859}"/>
    <dgm:cxn modelId="{1E629148-7A85-4CCF-988F-6C5B468DAF59}" type="presOf" srcId="{6185B569-9D6D-44AE-A645-F6BEDEA219FC}" destId="{7A027F07-D1B4-44FB-AB25-02779CCC45B9}" srcOrd="0" destOrd="0" presId="urn:microsoft.com/office/officeart/2005/8/layout/hProcess9"/>
    <dgm:cxn modelId="{8221BEB6-2EDF-4E9B-8926-0730A2E42FDC}" srcId="{6185B569-9D6D-44AE-A645-F6BEDEA219FC}" destId="{5F28F55C-DAC4-4EB6-9707-7430B59C4A32}" srcOrd="1" destOrd="0" parTransId="{8104E45B-2E6D-4AD7-A0BE-054F4D12BC82}" sibTransId="{45E7A664-BAE4-436C-AE0A-202D01483E23}"/>
    <dgm:cxn modelId="{E842E0B8-D742-4FFC-97B5-3CD544DE082C}" type="presOf" srcId="{88363FAB-E3CE-4510-93EB-80D4EBEC8A3F}" destId="{D24ACAAE-0E5C-4077-9A2F-5B883B408C0E}" srcOrd="0" destOrd="0" presId="urn:microsoft.com/office/officeart/2005/8/layout/hProcess9"/>
    <dgm:cxn modelId="{04A102EF-BC8C-4576-B1BE-8D2635D25DA9}" type="presOf" srcId="{5F28F55C-DAC4-4EB6-9707-7430B59C4A32}" destId="{6B0C8BBA-862D-411B-8938-08D67DB9010A}" srcOrd="0" destOrd="0" presId="urn:microsoft.com/office/officeart/2005/8/layout/hProcess9"/>
    <dgm:cxn modelId="{09FB52F3-D129-45FD-B583-6C603AAF294E}" srcId="{6185B569-9D6D-44AE-A645-F6BEDEA219FC}" destId="{88363FAB-E3CE-4510-93EB-80D4EBEC8A3F}" srcOrd="0" destOrd="0" parTransId="{024B5555-82EC-4AE0-83E1-CEA4F5041E62}" sibTransId="{A7B3BC90-3057-4A04-BFB7-3AB975AB6A75}"/>
    <dgm:cxn modelId="{E7CBC08E-EC50-4381-8B93-2A6B174FD6EF}" type="presParOf" srcId="{7A027F07-D1B4-44FB-AB25-02779CCC45B9}" destId="{6A23D170-9120-413A-B38A-51A9391BC6AE}" srcOrd="0" destOrd="0" presId="urn:microsoft.com/office/officeart/2005/8/layout/hProcess9"/>
    <dgm:cxn modelId="{F8E6071E-F1F2-4E55-9C8A-7CE4B658F893}" type="presParOf" srcId="{7A027F07-D1B4-44FB-AB25-02779CCC45B9}" destId="{BFC569E7-E8BF-407F-B18D-6F564FEC0E77}" srcOrd="1" destOrd="0" presId="urn:microsoft.com/office/officeart/2005/8/layout/hProcess9"/>
    <dgm:cxn modelId="{26A042EC-5DBE-42B9-89EB-3FBC80790404}" type="presParOf" srcId="{BFC569E7-E8BF-407F-B18D-6F564FEC0E77}" destId="{D24ACAAE-0E5C-4077-9A2F-5B883B408C0E}" srcOrd="0" destOrd="0" presId="urn:microsoft.com/office/officeart/2005/8/layout/hProcess9"/>
    <dgm:cxn modelId="{D781A16F-5309-481F-9D35-C0986C06DC39}" type="presParOf" srcId="{BFC569E7-E8BF-407F-B18D-6F564FEC0E77}" destId="{797DF560-C5DD-4128-AAF2-0527F42BD1C3}" srcOrd="1" destOrd="0" presId="urn:microsoft.com/office/officeart/2005/8/layout/hProcess9"/>
    <dgm:cxn modelId="{A0C53692-E018-4ACA-BF22-7E4312A5EDD7}" type="presParOf" srcId="{BFC569E7-E8BF-407F-B18D-6F564FEC0E77}" destId="{6B0C8BBA-862D-411B-8938-08D67DB9010A}" srcOrd="2" destOrd="0" presId="urn:microsoft.com/office/officeart/2005/8/layout/hProcess9"/>
    <dgm:cxn modelId="{621691D7-F68F-4FF6-8DD0-C294B5BA19DF}" type="presParOf" srcId="{BFC569E7-E8BF-407F-B18D-6F564FEC0E77}" destId="{18556A64-9057-4100-8481-F74EBC1F287B}" srcOrd="3" destOrd="0" presId="urn:microsoft.com/office/officeart/2005/8/layout/hProcess9"/>
    <dgm:cxn modelId="{CFFDDD1D-AADB-4539-AC4C-B0C3F5CF261B}" type="presParOf" srcId="{BFC569E7-E8BF-407F-B18D-6F564FEC0E77}" destId="{93C16BC8-5438-4E0E-AB60-51160181E23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8A256-1790-4B38-AC38-F651FB764986}">
      <dsp:nvSpPr>
        <dsp:cNvPr id="0" name=""/>
        <dsp:cNvSpPr/>
      </dsp:nvSpPr>
      <dsp:spPr>
        <a:xfrm>
          <a:off x="-5033018" y="-771099"/>
          <a:ext cx="5993939" cy="5993939"/>
        </a:xfrm>
        <a:prstGeom prst="blockArc">
          <a:avLst>
            <a:gd name="adj1" fmla="val 18900000"/>
            <a:gd name="adj2" fmla="val 2700000"/>
            <a:gd name="adj3" fmla="val 360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D12F6-781A-4190-A8E9-39D6B1001C12}">
      <dsp:nvSpPr>
        <dsp:cNvPr id="0" name=""/>
        <dsp:cNvSpPr/>
      </dsp:nvSpPr>
      <dsp:spPr>
        <a:xfrm>
          <a:off x="618025" y="445174"/>
          <a:ext cx="5105681" cy="8903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71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Detects eye blinks &amp; head tilt in real time</a:t>
          </a:r>
        </a:p>
      </dsp:txBody>
      <dsp:txXfrm>
        <a:off x="618025" y="445174"/>
        <a:ext cx="5105681" cy="890348"/>
      </dsp:txXfrm>
    </dsp:sp>
    <dsp:sp modelId="{2A2A90D8-E5FC-4B0F-B305-D3D96EF56392}">
      <dsp:nvSpPr>
        <dsp:cNvPr id="0" name=""/>
        <dsp:cNvSpPr/>
      </dsp:nvSpPr>
      <dsp:spPr>
        <a:xfrm>
          <a:off x="61557" y="333880"/>
          <a:ext cx="1112935" cy="11129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02AD8-11BF-4F66-AA8C-1974BEA77D83}">
      <dsp:nvSpPr>
        <dsp:cNvPr id="0" name=""/>
        <dsp:cNvSpPr/>
      </dsp:nvSpPr>
      <dsp:spPr>
        <a:xfrm>
          <a:off x="941666" y="1780696"/>
          <a:ext cx="4782039" cy="8903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71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Vibration &amp; loud buzzer alert to wake driver instantly</a:t>
          </a:r>
        </a:p>
      </dsp:txBody>
      <dsp:txXfrm>
        <a:off x="941666" y="1780696"/>
        <a:ext cx="4782039" cy="890348"/>
      </dsp:txXfrm>
    </dsp:sp>
    <dsp:sp modelId="{4EE7823C-632C-49C4-9A38-1399E4B1F668}">
      <dsp:nvSpPr>
        <dsp:cNvPr id="0" name=""/>
        <dsp:cNvSpPr/>
      </dsp:nvSpPr>
      <dsp:spPr>
        <a:xfrm>
          <a:off x="385199" y="1669402"/>
          <a:ext cx="1112935" cy="11129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342A3B-EC6F-4C25-9C9E-23BA210CCEE0}">
      <dsp:nvSpPr>
        <dsp:cNvPr id="0" name=""/>
        <dsp:cNvSpPr/>
      </dsp:nvSpPr>
      <dsp:spPr>
        <a:xfrm>
          <a:off x="618025" y="3116218"/>
          <a:ext cx="5105681" cy="8903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71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Lightweight, discreet &amp; comfortable</a:t>
          </a:r>
        </a:p>
      </dsp:txBody>
      <dsp:txXfrm>
        <a:off x="618025" y="3116218"/>
        <a:ext cx="5105681" cy="890348"/>
      </dsp:txXfrm>
    </dsp:sp>
    <dsp:sp modelId="{37E73802-8CBE-49C6-BFAC-F2A37CDE2B52}">
      <dsp:nvSpPr>
        <dsp:cNvPr id="0" name=""/>
        <dsp:cNvSpPr/>
      </dsp:nvSpPr>
      <dsp:spPr>
        <a:xfrm>
          <a:off x="61557" y="3004925"/>
          <a:ext cx="1112935" cy="11129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8A256-1790-4B38-AC38-F651FB764986}">
      <dsp:nvSpPr>
        <dsp:cNvPr id="0" name=""/>
        <dsp:cNvSpPr/>
      </dsp:nvSpPr>
      <dsp:spPr>
        <a:xfrm>
          <a:off x="-5033018" y="-771099"/>
          <a:ext cx="5993939" cy="5993939"/>
        </a:xfrm>
        <a:prstGeom prst="blockArc">
          <a:avLst>
            <a:gd name="adj1" fmla="val 18900000"/>
            <a:gd name="adj2" fmla="val 2700000"/>
            <a:gd name="adj3" fmla="val 360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D12F6-781A-4190-A8E9-39D6B1001C12}">
      <dsp:nvSpPr>
        <dsp:cNvPr id="0" name=""/>
        <dsp:cNvSpPr/>
      </dsp:nvSpPr>
      <dsp:spPr>
        <a:xfrm>
          <a:off x="618025" y="445174"/>
          <a:ext cx="5105681" cy="8903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71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Buzzer alert when fatigue detected  </a:t>
          </a:r>
        </a:p>
      </dsp:txBody>
      <dsp:txXfrm>
        <a:off x="618025" y="445174"/>
        <a:ext cx="5105681" cy="890348"/>
      </dsp:txXfrm>
    </dsp:sp>
    <dsp:sp modelId="{2A2A90D8-E5FC-4B0F-B305-D3D96EF56392}">
      <dsp:nvSpPr>
        <dsp:cNvPr id="0" name=""/>
        <dsp:cNvSpPr/>
      </dsp:nvSpPr>
      <dsp:spPr>
        <a:xfrm>
          <a:off x="61557" y="333880"/>
          <a:ext cx="1112935" cy="11129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02AD8-11BF-4F66-AA8C-1974BEA77D83}">
      <dsp:nvSpPr>
        <dsp:cNvPr id="0" name=""/>
        <dsp:cNvSpPr/>
      </dsp:nvSpPr>
      <dsp:spPr>
        <a:xfrm>
          <a:off x="941666" y="1780696"/>
          <a:ext cx="4782039" cy="8903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71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GSM module sends SMS to ring/emergency contacts</a:t>
          </a:r>
        </a:p>
      </dsp:txBody>
      <dsp:txXfrm>
        <a:off x="941666" y="1780696"/>
        <a:ext cx="4782039" cy="890348"/>
      </dsp:txXfrm>
    </dsp:sp>
    <dsp:sp modelId="{4EE7823C-632C-49C4-9A38-1399E4B1F668}">
      <dsp:nvSpPr>
        <dsp:cNvPr id="0" name=""/>
        <dsp:cNvSpPr/>
      </dsp:nvSpPr>
      <dsp:spPr>
        <a:xfrm>
          <a:off x="385199" y="1669402"/>
          <a:ext cx="1112935" cy="11129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342A3B-EC6F-4C25-9C9E-23BA210CCEE0}">
      <dsp:nvSpPr>
        <dsp:cNvPr id="0" name=""/>
        <dsp:cNvSpPr/>
      </dsp:nvSpPr>
      <dsp:spPr>
        <a:xfrm>
          <a:off x="618025" y="3116218"/>
          <a:ext cx="5105681" cy="89034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714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Ideal for truck &amp; long-distance drivers</a:t>
          </a:r>
        </a:p>
      </dsp:txBody>
      <dsp:txXfrm>
        <a:off x="618025" y="3116218"/>
        <a:ext cx="5105681" cy="890348"/>
      </dsp:txXfrm>
    </dsp:sp>
    <dsp:sp modelId="{37E73802-8CBE-49C6-BFAC-F2A37CDE2B52}">
      <dsp:nvSpPr>
        <dsp:cNvPr id="0" name=""/>
        <dsp:cNvSpPr/>
      </dsp:nvSpPr>
      <dsp:spPr>
        <a:xfrm>
          <a:off x="61557" y="3004925"/>
          <a:ext cx="1112935" cy="11129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545D3-C530-4693-80E9-F813F8EB187F}">
      <dsp:nvSpPr>
        <dsp:cNvPr id="0" name=""/>
        <dsp:cNvSpPr/>
      </dsp:nvSpPr>
      <dsp:spPr>
        <a:xfrm>
          <a:off x="310381" y="627881"/>
          <a:ext cx="3875036" cy="3875036"/>
        </a:xfrm>
        <a:prstGeom prst="blockArc">
          <a:avLst>
            <a:gd name="adj1" fmla="val 12600000"/>
            <a:gd name="adj2" fmla="val 16200000"/>
            <a:gd name="adj3" fmla="val 4505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2ABD451-4E42-47B7-9040-B2839A4C3CBF}">
      <dsp:nvSpPr>
        <dsp:cNvPr id="0" name=""/>
        <dsp:cNvSpPr/>
      </dsp:nvSpPr>
      <dsp:spPr>
        <a:xfrm>
          <a:off x="310381" y="627881"/>
          <a:ext cx="3875036" cy="3875036"/>
        </a:xfrm>
        <a:prstGeom prst="blockArc">
          <a:avLst>
            <a:gd name="adj1" fmla="val 9000000"/>
            <a:gd name="adj2" fmla="val 12600000"/>
            <a:gd name="adj3" fmla="val 4505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389D5D2-3319-414C-9717-033A9E4F1553}">
      <dsp:nvSpPr>
        <dsp:cNvPr id="0" name=""/>
        <dsp:cNvSpPr/>
      </dsp:nvSpPr>
      <dsp:spPr>
        <a:xfrm>
          <a:off x="310381" y="627881"/>
          <a:ext cx="3875036" cy="3875036"/>
        </a:xfrm>
        <a:prstGeom prst="blockArc">
          <a:avLst>
            <a:gd name="adj1" fmla="val 5400000"/>
            <a:gd name="adj2" fmla="val 9000000"/>
            <a:gd name="adj3" fmla="val 4505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4F88377-E187-4DD7-A46C-DEF07ECC1034}">
      <dsp:nvSpPr>
        <dsp:cNvPr id="0" name=""/>
        <dsp:cNvSpPr/>
      </dsp:nvSpPr>
      <dsp:spPr>
        <a:xfrm>
          <a:off x="310381" y="627881"/>
          <a:ext cx="3875036" cy="3875036"/>
        </a:xfrm>
        <a:prstGeom prst="blockArc">
          <a:avLst>
            <a:gd name="adj1" fmla="val 1800000"/>
            <a:gd name="adj2" fmla="val 5400000"/>
            <a:gd name="adj3" fmla="val 4505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B30D77-2AD7-46CE-9B80-FB2DA711D8C2}">
      <dsp:nvSpPr>
        <dsp:cNvPr id="0" name=""/>
        <dsp:cNvSpPr/>
      </dsp:nvSpPr>
      <dsp:spPr>
        <a:xfrm>
          <a:off x="310381" y="627881"/>
          <a:ext cx="3875036" cy="3875036"/>
        </a:xfrm>
        <a:prstGeom prst="blockArc">
          <a:avLst>
            <a:gd name="adj1" fmla="val 19800000"/>
            <a:gd name="adj2" fmla="val 1800000"/>
            <a:gd name="adj3" fmla="val 4505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9226926-8463-4A65-9629-F6A6D8B36D4D}">
      <dsp:nvSpPr>
        <dsp:cNvPr id="0" name=""/>
        <dsp:cNvSpPr/>
      </dsp:nvSpPr>
      <dsp:spPr>
        <a:xfrm>
          <a:off x="310381" y="627881"/>
          <a:ext cx="3875036" cy="3875036"/>
        </a:xfrm>
        <a:prstGeom prst="blockArc">
          <a:avLst>
            <a:gd name="adj1" fmla="val 16200000"/>
            <a:gd name="adj2" fmla="val 19800000"/>
            <a:gd name="adj3" fmla="val 4505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7AC259-FB13-4327-A8E5-6C40639D1AF4}">
      <dsp:nvSpPr>
        <dsp:cNvPr id="0" name=""/>
        <dsp:cNvSpPr/>
      </dsp:nvSpPr>
      <dsp:spPr>
        <a:xfrm>
          <a:off x="1381887" y="1699387"/>
          <a:ext cx="1732024" cy="173202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Cost = ₹600 to 800 total </a:t>
          </a:r>
        </a:p>
      </dsp:txBody>
      <dsp:txXfrm>
        <a:off x="1635536" y="1953036"/>
        <a:ext cx="1224726" cy="1224726"/>
      </dsp:txXfrm>
    </dsp:sp>
    <dsp:sp modelId="{62A41E5B-CDB2-46A9-A07E-62F8CF627825}">
      <dsp:nvSpPr>
        <dsp:cNvPr id="0" name=""/>
        <dsp:cNvSpPr/>
      </dsp:nvSpPr>
      <dsp:spPr>
        <a:xfrm>
          <a:off x="1641691" y="65320"/>
          <a:ext cx="1212417" cy="12124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IR Sensor</a:t>
          </a:r>
        </a:p>
      </dsp:txBody>
      <dsp:txXfrm>
        <a:off x="1819245" y="242874"/>
        <a:ext cx="857309" cy="857309"/>
      </dsp:txXfrm>
    </dsp:sp>
    <dsp:sp modelId="{894C0941-2F92-40FF-9B06-9840A101D9F7}">
      <dsp:nvSpPr>
        <dsp:cNvPr id="0" name=""/>
        <dsp:cNvSpPr/>
      </dsp:nvSpPr>
      <dsp:spPr>
        <a:xfrm>
          <a:off x="3281831" y="1012255"/>
          <a:ext cx="1212417" cy="12124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MPU6050</a:t>
          </a:r>
        </a:p>
      </dsp:txBody>
      <dsp:txXfrm>
        <a:off x="3459385" y="1189809"/>
        <a:ext cx="857309" cy="857309"/>
      </dsp:txXfrm>
    </dsp:sp>
    <dsp:sp modelId="{20645CCA-21CA-42E7-AE37-ADC6DCD8E028}">
      <dsp:nvSpPr>
        <dsp:cNvPr id="0" name=""/>
        <dsp:cNvSpPr/>
      </dsp:nvSpPr>
      <dsp:spPr>
        <a:xfrm>
          <a:off x="3281831" y="2906126"/>
          <a:ext cx="1212417" cy="12124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ESP32 / Arduino</a:t>
          </a:r>
        </a:p>
      </dsp:txBody>
      <dsp:txXfrm>
        <a:off x="3459385" y="3083680"/>
        <a:ext cx="857309" cy="857309"/>
      </dsp:txXfrm>
    </dsp:sp>
    <dsp:sp modelId="{B66AE8F8-1FCE-4B74-B32D-D8C2A17CBDA7}">
      <dsp:nvSpPr>
        <dsp:cNvPr id="0" name=""/>
        <dsp:cNvSpPr/>
      </dsp:nvSpPr>
      <dsp:spPr>
        <a:xfrm>
          <a:off x="1641691" y="3853062"/>
          <a:ext cx="1212417" cy="12124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Buzzer / Vibrator Motor</a:t>
          </a:r>
        </a:p>
      </dsp:txBody>
      <dsp:txXfrm>
        <a:off x="1819245" y="4030616"/>
        <a:ext cx="857309" cy="857309"/>
      </dsp:txXfrm>
    </dsp:sp>
    <dsp:sp modelId="{1564846F-C4E9-4701-8A8B-3E16C9C7AC4C}">
      <dsp:nvSpPr>
        <dsp:cNvPr id="0" name=""/>
        <dsp:cNvSpPr/>
      </dsp:nvSpPr>
      <dsp:spPr>
        <a:xfrm>
          <a:off x="1551" y="2906126"/>
          <a:ext cx="1212417" cy="12124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OLED Display (future)</a:t>
          </a:r>
        </a:p>
      </dsp:txBody>
      <dsp:txXfrm>
        <a:off x="179105" y="3083680"/>
        <a:ext cx="857309" cy="857309"/>
      </dsp:txXfrm>
    </dsp:sp>
    <dsp:sp modelId="{FD337B2D-61CC-4238-8F79-756116AD3D14}">
      <dsp:nvSpPr>
        <dsp:cNvPr id="0" name=""/>
        <dsp:cNvSpPr/>
      </dsp:nvSpPr>
      <dsp:spPr>
        <a:xfrm>
          <a:off x="1551" y="1012255"/>
          <a:ext cx="1212417" cy="12124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GSM Module (future)</a:t>
          </a:r>
        </a:p>
      </dsp:txBody>
      <dsp:txXfrm>
        <a:off x="179105" y="1189809"/>
        <a:ext cx="857309" cy="8573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4DF18-CD7A-47DB-8024-F161AE7117D8}">
      <dsp:nvSpPr>
        <dsp:cNvPr id="0" name=""/>
        <dsp:cNvSpPr/>
      </dsp:nvSpPr>
      <dsp:spPr>
        <a:xfrm>
          <a:off x="3061472" y="304859"/>
          <a:ext cx="6050293" cy="2101187"/>
        </a:xfrm>
        <a:prstGeom prst="ellipse">
          <a:avLst/>
        </a:prstGeom>
        <a:solidFill>
          <a:schemeClr val="dk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65B99-4AD1-47A8-BA6A-D86FED57E663}">
      <dsp:nvSpPr>
        <dsp:cNvPr id="0" name=""/>
        <dsp:cNvSpPr/>
      </dsp:nvSpPr>
      <dsp:spPr>
        <a:xfrm>
          <a:off x="5509731" y="5449954"/>
          <a:ext cx="1172537" cy="750424"/>
        </a:xfrm>
        <a:prstGeom prst="downArrow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BD09A-698A-40CD-A994-C0F4A0013B21}">
      <dsp:nvSpPr>
        <dsp:cNvPr id="0" name=""/>
        <dsp:cNvSpPr/>
      </dsp:nvSpPr>
      <dsp:spPr>
        <a:xfrm>
          <a:off x="3281910" y="6050293"/>
          <a:ext cx="5628180" cy="1407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900" kern="1200" dirty="0"/>
            <a:t>SafeMiles</a:t>
          </a:r>
        </a:p>
      </dsp:txBody>
      <dsp:txXfrm>
        <a:off x="3281910" y="6050293"/>
        <a:ext cx="5628180" cy="1407045"/>
      </dsp:txXfrm>
    </dsp:sp>
    <dsp:sp modelId="{876F1FD8-9526-429A-BF61-EF3636021B6D}">
      <dsp:nvSpPr>
        <dsp:cNvPr id="0" name=""/>
        <dsp:cNvSpPr/>
      </dsp:nvSpPr>
      <dsp:spPr>
        <a:xfrm>
          <a:off x="5261153" y="2568326"/>
          <a:ext cx="2110567" cy="211056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Portable, low-power setup tested  on mock drive</a:t>
          </a:r>
        </a:p>
      </dsp:txBody>
      <dsp:txXfrm>
        <a:off x="5570238" y="2877411"/>
        <a:ext cx="1492397" cy="1492397"/>
      </dsp:txXfrm>
    </dsp:sp>
    <dsp:sp modelId="{1F6C78F3-B72E-454C-BA52-1A39EDC62A90}">
      <dsp:nvSpPr>
        <dsp:cNvPr id="0" name=""/>
        <dsp:cNvSpPr/>
      </dsp:nvSpPr>
      <dsp:spPr>
        <a:xfrm>
          <a:off x="3750925" y="984931"/>
          <a:ext cx="2110567" cy="211056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Triggers alert in </a:t>
          </a:r>
          <a:r>
            <a:rPr lang="en-IN" sz="2000" b="1" kern="1200" dirty="0"/>
            <a:t>under 1 second</a:t>
          </a:r>
          <a:endParaRPr lang="en-IN" sz="2000" kern="1200" dirty="0"/>
        </a:p>
      </dsp:txBody>
      <dsp:txXfrm>
        <a:off x="4060010" y="1294016"/>
        <a:ext cx="1492397" cy="1492397"/>
      </dsp:txXfrm>
    </dsp:sp>
    <dsp:sp modelId="{8E3BF9E8-037C-4870-ACF5-B23F43451139}">
      <dsp:nvSpPr>
        <dsp:cNvPr id="0" name=""/>
        <dsp:cNvSpPr/>
      </dsp:nvSpPr>
      <dsp:spPr>
        <a:xfrm>
          <a:off x="5908394" y="474643"/>
          <a:ext cx="2110567" cy="211056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Detects eye closure &gt;3s head tilt &gt;15°</a:t>
          </a:r>
          <a:endParaRPr lang="en-IN" sz="2000" kern="1200" dirty="0"/>
        </a:p>
      </dsp:txBody>
      <dsp:txXfrm>
        <a:off x="6217479" y="783728"/>
        <a:ext cx="1492397" cy="1492397"/>
      </dsp:txXfrm>
    </dsp:sp>
    <dsp:sp modelId="{CE3813BC-D7CE-4E56-B1B0-E7D7A3B99714}">
      <dsp:nvSpPr>
        <dsp:cNvPr id="0" name=""/>
        <dsp:cNvSpPr/>
      </dsp:nvSpPr>
      <dsp:spPr>
        <a:xfrm>
          <a:off x="2812895" y="46901"/>
          <a:ext cx="6566210" cy="5252968"/>
        </a:xfrm>
        <a:prstGeom prst="funnel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3D170-9120-413A-B38A-51A9391BC6AE}">
      <dsp:nvSpPr>
        <dsp:cNvPr id="0" name=""/>
        <dsp:cNvSpPr/>
      </dsp:nvSpPr>
      <dsp:spPr>
        <a:xfrm>
          <a:off x="650742" y="0"/>
          <a:ext cx="7375079" cy="7032903"/>
        </a:xfrm>
        <a:prstGeom prst="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ACAAE-0E5C-4077-9A2F-5B883B408C0E}">
      <dsp:nvSpPr>
        <dsp:cNvPr id="0" name=""/>
        <dsp:cNvSpPr/>
      </dsp:nvSpPr>
      <dsp:spPr>
        <a:xfrm>
          <a:off x="9320" y="2109870"/>
          <a:ext cx="2792769" cy="281316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0" kern="1200" dirty="0"/>
            <a:t>AI-based camera detection system</a:t>
          </a:r>
        </a:p>
      </dsp:txBody>
      <dsp:txXfrm>
        <a:off x="145652" y="2246202"/>
        <a:ext cx="2520105" cy="2540497"/>
      </dsp:txXfrm>
    </dsp:sp>
    <dsp:sp modelId="{6B0C8BBA-862D-411B-8938-08D67DB9010A}">
      <dsp:nvSpPr>
        <dsp:cNvPr id="0" name=""/>
        <dsp:cNvSpPr/>
      </dsp:nvSpPr>
      <dsp:spPr>
        <a:xfrm>
          <a:off x="2941897" y="2109870"/>
          <a:ext cx="2792769" cy="281316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0" kern="1200" dirty="0"/>
            <a:t>Cloud &amp; app integration for fleet analytics</a:t>
          </a:r>
        </a:p>
      </dsp:txBody>
      <dsp:txXfrm>
        <a:off x="3078229" y="2246202"/>
        <a:ext cx="2520105" cy="2540497"/>
      </dsp:txXfrm>
    </dsp:sp>
    <dsp:sp modelId="{93C16BC8-5438-4E0E-AB60-51160181E234}">
      <dsp:nvSpPr>
        <dsp:cNvPr id="0" name=""/>
        <dsp:cNvSpPr/>
      </dsp:nvSpPr>
      <dsp:spPr>
        <a:xfrm>
          <a:off x="5874474" y="2109870"/>
          <a:ext cx="2792769" cy="281316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0" kern="1200" dirty="0"/>
            <a:t>Multi-sensor fusion for accuracy</a:t>
          </a:r>
        </a:p>
      </dsp:txBody>
      <dsp:txXfrm>
        <a:off x="6010806" y="2246202"/>
        <a:ext cx="2520105" cy="25404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mc.ncbi.nlm.nih.gov/articles/PMC10082604/" TargetMode="External"/><Relationship Id="rId11" Type="http://schemas.openxmlformats.org/officeDocument/2006/relationships/image" Target="../media/image10.png"/><Relationship Id="rId5" Type="http://schemas.openxmlformats.org/officeDocument/2006/relationships/image" Target="../media/image5.sv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diagramColors" Target="../diagrams/colors1.xml"/><Relationship Id="rId18" Type="http://schemas.openxmlformats.org/officeDocument/2006/relationships/diagramQuickStyle" Target="../diagrams/quickStyle2.xml"/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12" Type="http://schemas.openxmlformats.org/officeDocument/2006/relationships/diagramQuickStyle" Target="../diagrams/quickStyle1.xml"/><Relationship Id="rId17" Type="http://schemas.openxmlformats.org/officeDocument/2006/relationships/diagramLayout" Target="../diagrams/layout2.xml"/><Relationship Id="rId2" Type="http://schemas.openxmlformats.org/officeDocument/2006/relationships/image" Target="../media/image2.png"/><Relationship Id="rId16" Type="http://schemas.openxmlformats.org/officeDocument/2006/relationships/diagramData" Target="../diagrams/data2.xml"/><Relationship Id="rId20" Type="http://schemas.microsoft.com/office/2007/relationships/diagramDrawing" Target="../diagrams/drawing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diagramData" Target="../diagrams/data1.xml"/><Relationship Id="rId19" Type="http://schemas.openxmlformats.org/officeDocument/2006/relationships/diagramColors" Target="../diagrams/colors2.xml"/><Relationship Id="rId4" Type="http://schemas.openxmlformats.org/officeDocument/2006/relationships/image" Target="../media/image4.png"/><Relationship Id="rId9" Type="http://schemas.openxmlformats.org/officeDocument/2006/relationships/image" Target="../media/image14.png"/><Relationship Id="rId14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diagramDrawing" Target="../diagrams/drawing3.xml"/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12" Type="http://schemas.openxmlformats.org/officeDocument/2006/relationships/diagramColors" Target="../diagrams/colors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diagramQuickStyle" Target="../diagrams/quickStyle3.xml"/><Relationship Id="rId5" Type="http://schemas.openxmlformats.org/officeDocument/2006/relationships/image" Target="../media/image5.svg"/><Relationship Id="rId10" Type="http://schemas.openxmlformats.org/officeDocument/2006/relationships/diagramLayout" Target="../diagrams/layout3.xml"/><Relationship Id="rId4" Type="http://schemas.openxmlformats.org/officeDocument/2006/relationships/image" Target="../media/image4.png"/><Relationship Id="rId9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13" Type="http://schemas.openxmlformats.org/officeDocument/2006/relationships/diagramQuickStyle" Target="../diagrams/quickStyle5.xml"/><Relationship Id="rId3" Type="http://schemas.openxmlformats.org/officeDocument/2006/relationships/image" Target="../media/image3.jpeg"/><Relationship Id="rId7" Type="http://schemas.openxmlformats.org/officeDocument/2006/relationships/diagramLayout" Target="../diagrams/layout4.xml"/><Relationship Id="rId12" Type="http://schemas.openxmlformats.org/officeDocument/2006/relationships/diagramLayout" Target="../diagrams/layou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4.xml"/><Relationship Id="rId11" Type="http://schemas.openxmlformats.org/officeDocument/2006/relationships/diagramData" Target="../diagrams/data5.xml"/><Relationship Id="rId5" Type="http://schemas.openxmlformats.org/officeDocument/2006/relationships/image" Target="../media/image5.svg"/><Relationship Id="rId15" Type="http://schemas.microsoft.com/office/2007/relationships/diagramDrawing" Target="../diagrams/drawing5.xml"/><Relationship Id="rId10" Type="http://schemas.microsoft.com/office/2007/relationships/diagramDrawing" Target="../diagrams/drawing4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4.xml"/><Relationship Id="rId14" Type="http://schemas.openxmlformats.org/officeDocument/2006/relationships/diagramColors" Target="../diagrams/colors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7792BD4-3F55-81D6-FB66-A21DB7318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" y="0"/>
            <a:ext cx="18300510" cy="9867900"/>
          </a:xfrm>
          <a:prstGeom prst="rect">
            <a:avLst/>
          </a:prstGeom>
        </p:spPr>
      </p:pic>
      <p:grpSp>
        <p:nvGrpSpPr>
          <p:cNvPr id="21" name="Group 2">
            <a:extLst>
              <a:ext uri="{FF2B5EF4-FFF2-40B4-BE49-F238E27FC236}">
                <a16:creationId xmlns:a16="http://schemas.microsoft.com/office/drawing/2014/main" id="{588D2228-6D97-F6E5-658E-15228ED096F9}"/>
              </a:ext>
            </a:extLst>
          </p:cNvPr>
          <p:cNvGrpSpPr/>
          <p:nvPr/>
        </p:nvGrpSpPr>
        <p:grpSpPr>
          <a:xfrm>
            <a:off x="143545" y="180656"/>
            <a:ext cx="2644294" cy="848044"/>
            <a:chOff x="0" y="0"/>
            <a:chExt cx="3525725" cy="1130725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4F1B926D-51C0-8A42-45F5-A3D1AE52A9D7}"/>
                </a:ext>
              </a:extLst>
            </p:cNvPr>
            <p:cNvSpPr/>
            <p:nvPr/>
          </p:nvSpPr>
          <p:spPr>
            <a:xfrm>
              <a:off x="0" y="0"/>
              <a:ext cx="3525774" cy="1130681"/>
            </a:xfrm>
            <a:custGeom>
              <a:avLst/>
              <a:gdLst/>
              <a:ahLst/>
              <a:cxnLst/>
              <a:rect l="l" t="t" r="r" b="b"/>
              <a:pathLst>
                <a:path w="3525774" h="1130681">
                  <a:moveTo>
                    <a:pt x="0" y="0"/>
                  </a:moveTo>
                  <a:lnTo>
                    <a:pt x="3525774" y="0"/>
                  </a:lnTo>
                  <a:lnTo>
                    <a:pt x="3525774" y="1130681"/>
                  </a:lnTo>
                  <a:lnTo>
                    <a:pt x="0" y="113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1" r="1" b="-2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4">
            <a:extLst>
              <a:ext uri="{FF2B5EF4-FFF2-40B4-BE49-F238E27FC236}">
                <a16:creationId xmlns:a16="http://schemas.microsoft.com/office/drawing/2014/main" id="{D0985517-0C3C-E8DA-6C1D-0AE2666582D6}"/>
              </a:ext>
            </a:extLst>
          </p:cNvPr>
          <p:cNvGrpSpPr/>
          <p:nvPr/>
        </p:nvGrpSpPr>
        <p:grpSpPr>
          <a:xfrm>
            <a:off x="16045412" y="0"/>
            <a:ext cx="2242588" cy="1028700"/>
            <a:chOff x="0" y="0"/>
            <a:chExt cx="2990117" cy="1371600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11C7BBE4-7D49-1562-6005-28F3B9BDDA34}"/>
                </a:ext>
              </a:extLst>
            </p:cNvPr>
            <p:cNvSpPr/>
            <p:nvPr/>
          </p:nvSpPr>
          <p:spPr>
            <a:xfrm>
              <a:off x="0" y="0"/>
              <a:ext cx="2990088" cy="1371600"/>
            </a:xfrm>
            <a:custGeom>
              <a:avLst/>
              <a:gdLst/>
              <a:ahLst/>
              <a:cxnLst/>
              <a:rect l="l" t="t" r="r" b="b"/>
              <a:pathLst>
                <a:path w="2990088" h="1371600">
                  <a:moveTo>
                    <a:pt x="0" y="0"/>
                  </a:moveTo>
                  <a:lnTo>
                    <a:pt x="2990088" y="0"/>
                  </a:lnTo>
                  <a:lnTo>
                    <a:pt x="299008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209" b="-272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9">
            <a:extLst>
              <a:ext uri="{FF2B5EF4-FFF2-40B4-BE49-F238E27FC236}">
                <a16:creationId xmlns:a16="http://schemas.microsoft.com/office/drawing/2014/main" id="{F81EA06A-220C-0CF8-839F-1653F2507BF1}"/>
              </a:ext>
            </a:extLst>
          </p:cNvPr>
          <p:cNvGrpSpPr/>
          <p:nvPr/>
        </p:nvGrpSpPr>
        <p:grpSpPr>
          <a:xfrm>
            <a:off x="-406362" y="9486353"/>
            <a:ext cx="19100723" cy="800647"/>
            <a:chOff x="0" y="0"/>
            <a:chExt cx="25467631" cy="1067530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387786C1-7638-DB01-831B-517ADF883607}"/>
                </a:ext>
              </a:extLst>
            </p:cNvPr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11">
              <a:extLst>
                <a:ext uri="{FF2B5EF4-FFF2-40B4-BE49-F238E27FC236}">
                  <a16:creationId xmlns:a16="http://schemas.microsoft.com/office/drawing/2014/main" id="{D74461C7-45D0-82A6-ADFF-DD883787D678}"/>
                </a:ext>
              </a:extLst>
            </p:cNvPr>
            <p:cNvSpPr txBox="1"/>
            <p:nvPr/>
          </p:nvSpPr>
          <p:spPr>
            <a:xfrm>
              <a:off x="2701381" y="354383"/>
              <a:ext cx="20852835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TechnoCognition'25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545" y="180656"/>
            <a:ext cx="2644294" cy="848044"/>
            <a:chOff x="0" y="0"/>
            <a:chExt cx="3525725" cy="1130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5774" cy="1130681"/>
            </a:xfrm>
            <a:custGeom>
              <a:avLst/>
              <a:gdLst/>
              <a:ahLst/>
              <a:cxnLst/>
              <a:rect l="l" t="t" r="r" b="b"/>
              <a:pathLst>
                <a:path w="3525774" h="1130681">
                  <a:moveTo>
                    <a:pt x="0" y="0"/>
                  </a:moveTo>
                  <a:lnTo>
                    <a:pt x="3525774" y="0"/>
                  </a:lnTo>
                  <a:lnTo>
                    <a:pt x="3525774" y="1130681"/>
                  </a:lnTo>
                  <a:lnTo>
                    <a:pt x="0" y="113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" r="1" b="-2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045412" y="0"/>
            <a:ext cx="2242588" cy="1028700"/>
            <a:chOff x="0" y="0"/>
            <a:chExt cx="2990117" cy="137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0088" cy="1371600"/>
            </a:xfrm>
            <a:custGeom>
              <a:avLst/>
              <a:gdLst/>
              <a:ahLst/>
              <a:cxnLst/>
              <a:rect l="l" t="t" r="r" b="b"/>
              <a:pathLst>
                <a:path w="2990088" h="1371600">
                  <a:moveTo>
                    <a:pt x="0" y="0"/>
                  </a:moveTo>
                  <a:lnTo>
                    <a:pt x="2990088" y="0"/>
                  </a:lnTo>
                  <a:lnTo>
                    <a:pt x="299008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209" b="-272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70730" y="390525"/>
            <a:ext cx="887220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6000" b="1">
                <a:solidFill>
                  <a:srgbClr val="001864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9674" y="9740234"/>
            <a:ext cx="1563962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@Electroblitz Club-Department of Electronics and Communication- Dayananda Sagar University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-406362" y="9486353"/>
            <a:ext cx="19100723" cy="800647"/>
            <a:chOff x="0" y="0"/>
            <a:chExt cx="25467631" cy="10675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01381" y="354383"/>
              <a:ext cx="20852835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TechnoCognition'25</a:t>
              </a: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54F870B-C6F7-70B3-A7DB-A4E213FB6A0B}"/>
              </a:ext>
            </a:extLst>
          </p:cNvPr>
          <p:cNvSpPr/>
          <p:nvPr/>
        </p:nvSpPr>
        <p:spPr>
          <a:xfrm>
            <a:off x="1068058" y="3214705"/>
            <a:ext cx="4724400" cy="281940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20% of vehicle crashes  are fatigue &amp; dozing related.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Proof: 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  <a:hlinkClick r:id="rId6"/>
              </a:rPr>
              <a:t>https://pmc.ncbi.nlm.nih.gov/articles/PMC10082604/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A27BDBF-84E0-23D2-7CE6-9261CE60C5C1}"/>
              </a:ext>
            </a:extLst>
          </p:cNvPr>
          <p:cNvSpPr/>
          <p:nvPr/>
        </p:nvSpPr>
        <p:spPr>
          <a:xfrm>
            <a:off x="1839795" y="3055680"/>
            <a:ext cx="3180926" cy="533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ISSUE 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07E3948-492E-019F-DF19-A67643322E31}"/>
              </a:ext>
            </a:extLst>
          </p:cNvPr>
          <p:cNvSpPr/>
          <p:nvPr/>
        </p:nvSpPr>
        <p:spPr>
          <a:xfrm>
            <a:off x="6540311" y="3214705"/>
            <a:ext cx="4724400" cy="281940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Micro-sleep / brief dozing can occur in “the blink of an eye” and be deadly.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Proof: 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https://abcnews.go.com/Technology/blink-eye-dozing-driving/story?id=17870880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DA9A803-FDD6-A3CE-37F8-CA336E5F232A}"/>
              </a:ext>
            </a:extLst>
          </p:cNvPr>
          <p:cNvSpPr/>
          <p:nvPr/>
        </p:nvSpPr>
        <p:spPr>
          <a:xfrm>
            <a:off x="7312048" y="3055680"/>
            <a:ext cx="3180926" cy="533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ISSUE 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D864A82-F1EF-C019-0503-5FC6A7CA26E7}"/>
              </a:ext>
            </a:extLst>
          </p:cNvPr>
          <p:cNvSpPr/>
          <p:nvPr/>
        </p:nvSpPr>
        <p:spPr>
          <a:xfrm>
            <a:off x="12209182" y="3194525"/>
            <a:ext cx="4724400" cy="281940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High risk among truck, cab &amp; night-shift drivers</a:t>
            </a:r>
          </a:p>
          <a:p>
            <a:pPr algn="ctr"/>
            <a:endParaRPr lang="en-IN" sz="2200" dirty="0">
              <a:solidFill>
                <a:schemeClr val="tx1"/>
              </a:solidFill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</a:rPr>
              <a:t>Existing systems are expensive or unavailable in low-end vehicles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F685B50-A024-B070-E51E-35683D89E206}"/>
              </a:ext>
            </a:extLst>
          </p:cNvPr>
          <p:cNvSpPr/>
          <p:nvPr/>
        </p:nvSpPr>
        <p:spPr>
          <a:xfrm>
            <a:off x="12980919" y="3035500"/>
            <a:ext cx="3180926" cy="533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ISSUE 3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38504C8-18D0-F61D-9ACB-157A4E27F7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6137" y="1358758"/>
            <a:ext cx="1848243" cy="166590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7414F20-4B27-3002-48AA-FB1323E747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47260" y="1358757"/>
            <a:ext cx="1848243" cy="166590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8D1D295-5DD9-6D6B-ABA2-486B5F00D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7860" y="1369595"/>
            <a:ext cx="1848243" cy="1665905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A467BEB4-36E7-4738-7000-9D0A21F1AE35}"/>
              </a:ext>
            </a:extLst>
          </p:cNvPr>
          <p:cNvSpPr/>
          <p:nvPr/>
        </p:nvSpPr>
        <p:spPr>
          <a:xfrm>
            <a:off x="661406" y="6172950"/>
            <a:ext cx="17221200" cy="322003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8E3DFC8-4789-868C-4346-3D6C37EF18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94" y="6505570"/>
            <a:ext cx="2287024" cy="25734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27575BE-8739-F1A4-5E04-BF490A0386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0943" y="6697230"/>
            <a:ext cx="4454490" cy="2220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D688058-A071-BF64-0A1A-4AD8B1A41C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34958" y="6658548"/>
            <a:ext cx="4521089" cy="22422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10BEB76-CAF1-37B1-6592-A94E4F0464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1992" y="6669608"/>
            <a:ext cx="4454490" cy="222017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0DD79DF-812B-DBBF-2D28-401FEB129235}"/>
              </a:ext>
            </a:extLst>
          </p:cNvPr>
          <p:cNvCxnSpPr>
            <a:cxnSpLocks/>
          </p:cNvCxnSpPr>
          <p:nvPr/>
        </p:nvCxnSpPr>
        <p:spPr>
          <a:xfrm>
            <a:off x="3276600" y="7779695"/>
            <a:ext cx="652967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545" y="180656"/>
            <a:ext cx="2644294" cy="848044"/>
            <a:chOff x="0" y="0"/>
            <a:chExt cx="3525725" cy="1130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5774" cy="1130681"/>
            </a:xfrm>
            <a:custGeom>
              <a:avLst/>
              <a:gdLst/>
              <a:ahLst/>
              <a:cxnLst/>
              <a:rect l="l" t="t" r="r" b="b"/>
              <a:pathLst>
                <a:path w="3525774" h="1130681">
                  <a:moveTo>
                    <a:pt x="0" y="0"/>
                  </a:moveTo>
                  <a:lnTo>
                    <a:pt x="3525774" y="0"/>
                  </a:lnTo>
                  <a:lnTo>
                    <a:pt x="3525774" y="1130681"/>
                  </a:lnTo>
                  <a:lnTo>
                    <a:pt x="0" y="113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" r="1" b="-2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045412" y="0"/>
            <a:ext cx="2242588" cy="1028700"/>
            <a:chOff x="0" y="0"/>
            <a:chExt cx="2990117" cy="137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0088" cy="1371600"/>
            </a:xfrm>
            <a:custGeom>
              <a:avLst/>
              <a:gdLst/>
              <a:ahLst/>
              <a:cxnLst/>
              <a:rect l="l" t="t" r="r" b="b"/>
              <a:pathLst>
                <a:path w="2990088" h="1371600">
                  <a:moveTo>
                    <a:pt x="0" y="0"/>
                  </a:moveTo>
                  <a:lnTo>
                    <a:pt x="2990088" y="0"/>
                  </a:lnTo>
                  <a:lnTo>
                    <a:pt x="299008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209" b="-272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03288" y="390525"/>
            <a:ext cx="846432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6000" b="1">
                <a:solidFill>
                  <a:srgbClr val="001864"/>
                </a:solidFill>
                <a:latin typeface="Inter Bold"/>
                <a:ea typeface="Inter Bold"/>
                <a:cs typeface="Inter Bold"/>
                <a:sym typeface="Inter Bold"/>
              </a:rPr>
              <a:t>SOLUTION OVERVIEW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406362" y="9486353"/>
            <a:ext cx="19100723" cy="800647"/>
            <a:chOff x="0" y="0"/>
            <a:chExt cx="25467631" cy="1067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01381" y="354383"/>
              <a:ext cx="20852835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TechnoCognition'25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00D6C0-5840-600C-6884-C3C565537598}"/>
              </a:ext>
            </a:extLst>
          </p:cNvPr>
          <p:cNvCxnSpPr/>
          <p:nvPr/>
        </p:nvCxnSpPr>
        <p:spPr>
          <a:xfrm>
            <a:off x="9112155" y="1943100"/>
            <a:ext cx="0" cy="739085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8FC5B7A-29EA-7283-CDD0-708DF2A072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3027" y="2440643"/>
            <a:ext cx="3029373" cy="29150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3BA75E-1038-9DFD-C912-A1632FBEB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8501" y="2426995"/>
            <a:ext cx="3067478" cy="28674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18424A7-2D91-5DE0-96A8-93A6C0AF83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7762" y="1731500"/>
            <a:ext cx="5348957" cy="7091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4B5CCE8-889C-72C8-FC83-B3287EC9D0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0" y="1793900"/>
            <a:ext cx="5348956" cy="584341"/>
          </a:xfrm>
          <a:prstGeom prst="rect">
            <a:avLst/>
          </a:prstGeom>
        </p:spPr>
      </p:pic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D29BA166-8B40-4929-6D70-D6D06080E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1948110"/>
              </p:ext>
            </p:extLst>
          </p:nvPr>
        </p:nvGraphicFramePr>
        <p:xfrm>
          <a:off x="1752599" y="5142887"/>
          <a:ext cx="5785017" cy="4451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5E11984E-8826-2A11-C1A8-0267617A3004}"/>
              </a:ext>
            </a:extLst>
          </p:cNvPr>
          <p:cNvSpPr txBox="1"/>
          <p:nvPr/>
        </p:nvSpPr>
        <p:spPr>
          <a:xfrm>
            <a:off x="2008419" y="5496441"/>
            <a:ext cx="575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1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84E0097-6E45-A8B8-A646-5853860F934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82052" y="4914868"/>
            <a:ext cx="323895" cy="45726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CAB8BFF-D9DC-1DA6-8392-02D825074F23}"/>
              </a:ext>
            </a:extLst>
          </p:cNvPr>
          <p:cNvSpPr txBox="1"/>
          <p:nvPr/>
        </p:nvSpPr>
        <p:spPr>
          <a:xfrm>
            <a:off x="2296112" y="6860925"/>
            <a:ext cx="575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B04AC5-3CDD-A8FB-94E4-2B4A20F1C002}"/>
              </a:ext>
            </a:extLst>
          </p:cNvPr>
          <p:cNvSpPr txBox="1"/>
          <p:nvPr/>
        </p:nvSpPr>
        <p:spPr>
          <a:xfrm>
            <a:off x="2008418" y="8173639"/>
            <a:ext cx="575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3</a:t>
            </a:r>
          </a:p>
        </p:txBody>
      </p:sp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BA075E98-1261-6E11-8370-74799DE7CF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7959922"/>
              </p:ext>
            </p:extLst>
          </p:nvPr>
        </p:nvGraphicFramePr>
        <p:xfrm>
          <a:off x="10880486" y="5070437"/>
          <a:ext cx="5785017" cy="44517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DD6F7E45-BB7B-7C9D-622A-65EB33992BCE}"/>
              </a:ext>
            </a:extLst>
          </p:cNvPr>
          <p:cNvSpPr txBox="1"/>
          <p:nvPr/>
        </p:nvSpPr>
        <p:spPr>
          <a:xfrm>
            <a:off x="11136306" y="5423991"/>
            <a:ext cx="575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FC45E8-89A0-B39C-849B-E529DCA80144}"/>
              </a:ext>
            </a:extLst>
          </p:cNvPr>
          <p:cNvSpPr txBox="1"/>
          <p:nvPr/>
        </p:nvSpPr>
        <p:spPr>
          <a:xfrm>
            <a:off x="11423999" y="6788475"/>
            <a:ext cx="575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E9177F-52E5-00B8-717E-E8C6CBCB671E}"/>
              </a:ext>
            </a:extLst>
          </p:cNvPr>
          <p:cNvSpPr txBox="1"/>
          <p:nvPr/>
        </p:nvSpPr>
        <p:spPr>
          <a:xfrm>
            <a:off x="11136305" y="8101189"/>
            <a:ext cx="575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545" y="180656"/>
            <a:ext cx="2644294" cy="848044"/>
            <a:chOff x="0" y="0"/>
            <a:chExt cx="3525725" cy="1130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5774" cy="1130681"/>
            </a:xfrm>
            <a:custGeom>
              <a:avLst/>
              <a:gdLst/>
              <a:ahLst/>
              <a:cxnLst/>
              <a:rect l="l" t="t" r="r" b="b"/>
              <a:pathLst>
                <a:path w="3525774" h="1130681">
                  <a:moveTo>
                    <a:pt x="0" y="0"/>
                  </a:moveTo>
                  <a:lnTo>
                    <a:pt x="3525774" y="0"/>
                  </a:lnTo>
                  <a:lnTo>
                    <a:pt x="3525774" y="1130681"/>
                  </a:lnTo>
                  <a:lnTo>
                    <a:pt x="0" y="113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" r="1" b="-2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045412" y="0"/>
            <a:ext cx="2242588" cy="1028700"/>
            <a:chOff x="0" y="0"/>
            <a:chExt cx="2990117" cy="137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0088" cy="1371600"/>
            </a:xfrm>
            <a:custGeom>
              <a:avLst/>
              <a:gdLst/>
              <a:ahLst/>
              <a:cxnLst/>
              <a:rect l="l" t="t" r="r" b="b"/>
              <a:pathLst>
                <a:path w="2990088" h="1371600">
                  <a:moveTo>
                    <a:pt x="0" y="0"/>
                  </a:moveTo>
                  <a:lnTo>
                    <a:pt x="2990088" y="0"/>
                  </a:lnTo>
                  <a:lnTo>
                    <a:pt x="299008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209" b="-272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19161" y="389082"/>
            <a:ext cx="1217534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6000" b="1">
                <a:solidFill>
                  <a:srgbClr val="001864"/>
                </a:solidFill>
                <a:latin typeface="Inter Bold"/>
                <a:ea typeface="Inter Bold"/>
                <a:cs typeface="Inter Bold"/>
                <a:sym typeface="Inter Bold"/>
              </a:rPr>
              <a:t>IMPLEMENTATION/PROTOTYPE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406362" y="9486353"/>
            <a:ext cx="19100723" cy="800647"/>
            <a:chOff x="0" y="0"/>
            <a:chExt cx="25467631" cy="1067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01381" y="354383"/>
              <a:ext cx="20852835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TechnoCognition'25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C340685-B753-A914-E7F9-B5EDBEDBD9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01" y="2276949"/>
            <a:ext cx="11264416" cy="59611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4671A6-201F-F891-037E-9040A4DF06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9034" y="1582977"/>
            <a:ext cx="3067478" cy="28674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5184C4-9015-FF27-DDD2-3CABE889D3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12693" y="1598331"/>
            <a:ext cx="3029373" cy="2915057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ADDE939-8B7F-B946-ABE3-EBA73EE925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1211500"/>
              </p:ext>
            </p:extLst>
          </p:nvPr>
        </p:nvGraphicFramePr>
        <p:xfrm>
          <a:off x="12954000" y="4426008"/>
          <a:ext cx="4495800" cy="513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545" y="180656"/>
            <a:ext cx="2130755" cy="467044"/>
            <a:chOff x="0" y="0"/>
            <a:chExt cx="3525725" cy="1130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5774" cy="1130681"/>
            </a:xfrm>
            <a:custGeom>
              <a:avLst/>
              <a:gdLst/>
              <a:ahLst/>
              <a:cxnLst/>
              <a:rect l="l" t="t" r="r" b="b"/>
              <a:pathLst>
                <a:path w="3525774" h="1130681">
                  <a:moveTo>
                    <a:pt x="0" y="0"/>
                  </a:moveTo>
                  <a:lnTo>
                    <a:pt x="3525774" y="0"/>
                  </a:lnTo>
                  <a:lnTo>
                    <a:pt x="3525774" y="1130681"/>
                  </a:lnTo>
                  <a:lnTo>
                    <a:pt x="0" y="113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" r="1" b="-2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764000" y="0"/>
            <a:ext cx="1524000" cy="958401"/>
            <a:chOff x="0" y="0"/>
            <a:chExt cx="2990117" cy="137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0088" cy="1371600"/>
            </a:xfrm>
            <a:custGeom>
              <a:avLst/>
              <a:gdLst/>
              <a:ahLst/>
              <a:cxnLst/>
              <a:rect l="l" t="t" r="r" b="b"/>
              <a:pathLst>
                <a:path w="2990088" h="1371600">
                  <a:moveTo>
                    <a:pt x="0" y="0"/>
                  </a:moveTo>
                  <a:lnTo>
                    <a:pt x="2990088" y="0"/>
                  </a:lnTo>
                  <a:lnTo>
                    <a:pt x="299008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209" b="-272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51815" y="-241706"/>
            <a:ext cx="8395159" cy="9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4000" b="1" dirty="0">
                <a:solidFill>
                  <a:srgbClr val="001864"/>
                </a:solidFill>
                <a:latin typeface="Inter Bold"/>
                <a:ea typeface="Inter Bold"/>
                <a:cs typeface="Inter Bold"/>
                <a:sym typeface="Inter Bold"/>
              </a:rPr>
              <a:t>TECHNOLOGY STACK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406362" y="9486353"/>
            <a:ext cx="19100723" cy="800647"/>
            <a:chOff x="0" y="0"/>
            <a:chExt cx="25467631" cy="1067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01381" y="354383"/>
              <a:ext cx="20852835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TechnoCognition'25</a:t>
              </a:r>
            </a:p>
          </p:txBody>
        </p:sp>
      </p:grpSp>
      <p:sp>
        <p:nvSpPr>
          <p:cNvPr id="11" name="Diamond 10">
            <a:extLst>
              <a:ext uri="{FF2B5EF4-FFF2-40B4-BE49-F238E27FC236}">
                <a16:creationId xmlns:a16="http://schemas.microsoft.com/office/drawing/2014/main" id="{6B04AA64-FE37-CEB7-0369-DA09174F897E}"/>
              </a:ext>
            </a:extLst>
          </p:cNvPr>
          <p:cNvSpPr/>
          <p:nvPr/>
        </p:nvSpPr>
        <p:spPr>
          <a:xfrm>
            <a:off x="6338248" y="7274339"/>
            <a:ext cx="4419600" cy="1600200"/>
          </a:xfrm>
          <a:prstGeom prst="diamond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Arduino IDE / C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4E05F1A0-2D07-BD5A-0399-FEF45F277A50}"/>
              </a:ext>
            </a:extLst>
          </p:cNvPr>
          <p:cNvSpPr/>
          <p:nvPr/>
        </p:nvSpPr>
        <p:spPr>
          <a:xfrm>
            <a:off x="6324599" y="6385307"/>
            <a:ext cx="4419600" cy="1600200"/>
          </a:xfrm>
          <a:prstGeom prst="diamond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OLED Display</a:t>
            </a: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2ED7A51B-78DD-09A4-0964-555DEB217F9D}"/>
              </a:ext>
            </a:extLst>
          </p:cNvPr>
          <p:cNvSpPr/>
          <p:nvPr/>
        </p:nvSpPr>
        <p:spPr>
          <a:xfrm>
            <a:off x="6324599" y="5446452"/>
            <a:ext cx="4419600" cy="1600200"/>
          </a:xfrm>
          <a:prstGeom prst="diamond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GSM Module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72959C48-4879-CB34-D399-B8C8F62E0234}"/>
              </a:ext>
            </a:extLst>
          </p:cNvPr>
          <p:cNvSpPr/>
          <p:nvPr/>
        </p:nvSpPr>
        <p:spPr>
          <a:xfrm>
            <a:off x="6306403" y="4483714"/>
            <a:ext cx="4419600" cy="1600200"/>
          </a:xfrm>
          <a:prstGeom prst="diamond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Buzzer / Motor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9285C4A2-D933-691F-C974-66676EF41ABB}"/>
              </a:ext>
            </a:extLst>
          </p:cNvPr>
          <p:cNvSpPr/>
          <p:nvPr/>
        </p:nvSpPr>
        <p:spPr>
          <a:xfrm>
            <a:off x="6324600" y="3481574"/>
            <a:ext cx="4419600" cy="1600200"/>
          </a:xfrm>
          <a:prstGeom prst="diamond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MPU6050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0EA73DB6-D9F4-7D13-60C5-AB63BB8A056C}"/>
              </a:ext>
            </a:extLst>
          </p:cNvPr>
          <p:cNvSpPr/>
          <p:nvPr/>
        </p:nvSpPr>
        <p:spPr>
          <a:xfrm>
            <a:off x="6342797" y="2370437"/>
            <a:ext cx="4419600" cy="1600200"/>
          </a:xfrm>
          <a:prstGeom prst="diamond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IR Sensor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B0479466-C092-1347-39BB-7BCB84AD4DC1}"/>
              </a:ext>
            </a:extLst>
          </p:cNvPr>
          <p:cNvSpPr/>
          <p:nvPr/>
        </p:nvSpPr>
        <p:spPr>
          <a:xfrm>
            <a:off x="6338248" y="1447625"/>
            <a:ext cx="4419600" cy="1600200"/>
          </a:xfrm>
          <a:prstGeom prst="diamond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ESP32 / Arduino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F049DCD-56BA-392C-C173-8FAAA894EDB3}"/>
              </a:ext>
            </a:extLst>
          </p:cNvPr>
          <p:cNvSpPr/>
          <p:nvPr/>
        </p:nvSpPr>
        <p:spPr>
          <a:xfrm>
            <a:off x="1932797" y="626624"/>
            <a:ext cx="1905000" cy="10668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3C5993-B651-209C-F8AF-A3262DE4BBC0}"/>
              </a:ext>
            </a:extLst>
          </p:cNvPr>
          <p:cNvSpPr txBox="1"/>
          <p:nvPr/>
        </p:nvSpPr>
        <p:spPr>
          <a:xfrm>
            <a:off x="2189545" y="775304"/>
            <a:ext cx="1371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TYPE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7F84AF6-CEEA-37ED-8139-0954ADD5E6E3}"/>
              </a:ext>
            </a:extLst>
          </p:cNvPr>
          <p:cNvSpPr/>
          <p:nvPr/>
        </p:nvSpPr>
        <p:spPr>
          <a:xfrm>
            <a:off x="13667773" y="647682"/>
            <a:ext cx="3145917" cy="10668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3E9C58-310B-9C23-79EC-030D5492272C}"/>
              </a:ext>
            </a:extLst>
          </p:cNvPr>
          <p:cNvSpPr txBox="1"/>
          <p:nvPr/>
        </p:nvSpPr>
        <p:spPr>
          <a:xfrm>
            <a:off x="13919687" y="796361"/>
            <a:ext cx="31775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7EA051A7-105C-164B-3752-D3EC65A31FC7}"/>
              </a:ext>
            </a:extLst>
          </p:cNvPr>
          <p:cNvSpPr/>
          <p:nvPr/>
        </p:nvSpPr>
        <p:spPr>
          <a:xfrm>
            <a:off x="4193377" y="2141084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39511CB-E5C2-2E21-3E41-92BC14951441}"/>
              </a:ext>
            </a:extLst>
          </p:cNvPr>
          <p:cNvSpPr/>
          <p:nvPr/>
        </p:nvSpPr>
        <p:spPr>
          <a:xfrm>
            <a:off x="1932797" y="7881445"/>
            <a:ext cx="1947921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Software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9BED5CD-F5A0-4BF9-9CF8-0E8DF4DEF23E}"/>
              </a:ext>
            </a:extLst>
          </p:cNvPr>
          <p:cNvSpPr/>
          <p:nvPr/>
        </p:nvSpPr>
        <p:spPr>
          <a:xfrm>
            <a:off x="1932797" y="2876961"/>
            <a:ext cx="1947921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40BD2CF-CA79-16CD-7BC2-64424EBAD47F}"/>
              </a:ext>
            </a:extLst>
          </p:cNvPr>
          <p:cNvSpPr/>
          <p:nvPr/>
        </p:nvSpPr>
        <p:spPr>
          <a:xfrm>
            <a:off x="1932797" y="3920878"/>
            <a:ext cx="1947921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A804580-57F1-1B67-DBED-0966B20E1C9D}"/>
              </a:ext>
            </a:extLst>
          </p:cNvPr>
          <p:cNvSpPr/>
          <p:nvPr/>
        </p:nvSpPr>
        <p:spPr>
          <a:xfrm>
            <a:off x="1932797" y="4964795"/>
            <a:ext cx="1947921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0622961-4938-A5AD-0942-2944011B49D5}"/>
              </a:ext>
            </a:extLst>
          </p:cNvPr>
          <p:cNvSpPr/>
          <p:nvPr/>
        </p:nvSpPr>
        <p:spPr>
          <a:xfrm>
            <a:off x="1932797" y="5906984"/>
            <a:ext cx="1947921" cy="648312"/>
          </a:xfrm>
          <a:prstGeom prst="roundRect">
            <a:avLst>
              <a:gd name="adj" fmla="val 11672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EEAF8ED-B94F-AA79-EC72-60ACB78E17E9}"/>
              </a:ext>
            </a:extLst>
          </p:cNvPr>
          <p:cNvSpPr/>
          <p:nvPr/>
        </p:nvSpPr>
        <p:spPr>
          <a:xfrm>
            <a:off x="1932797" y="6834070"/>
            <a:ext cx="1947921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Hardware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BBC8AF7-E67A-378A-D55D-2B69FAF99C76}"/>
              </a:ext>
            </a:extLst>
          </p:cNvPr>
          <p:cNvSpPr/>
          <p:nvPr/>
        </p:nvSpPr>
        <p:spPr>
          <a:xfrm>
            <a:off x="1932797" y="1959212"/>
            <a:ext cx="1947921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Microcontroller</a:t>
            </a:r>
          </a:p>
        </p:txBody>
      </p:sp>
      <p:sp>
        <p:nvSpPr>
          <p:cNvPr id="45" name="Arrow: Left 44">
            <a:extLst>
              <a:ext uri="{FF2B5EF4-FFF2-40B4-BE49-F238E27FC236}">
                <a16:creationId xmlns:a16="http://schemas.microsoft.com/office/drawing/2014/main" id="{2FF981C8-6535-EF00-D641-7C9BEAC2AB18}"/>
              </a:ext>
            </a:extLst>
          </p:cNvPr>
          <p:cNvSpPr/>
          <p:nvPr/>
        </p:nvSpPr>
        <p:spPr>
          <a:xfrm>
            <a:off x="4166081" y="3071168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9A35E9BF-8247-C9D3-F030-A8FBD0CFB73F}"/>
              </a:ext>
            </a:extLst>
          </p:cNvPr>
          <p:cNvSpPr/>
          <p:nvPr/>
        </p:nvSpPr>
        <p:spPr>
          <a:xfrm>
            <a:off x="4193377" y="4214566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Left 46">
            <a:extLst>
              <a:ext uri="{FF2B5EF4-FFF2-40B4-BE49-F238E27FC236}">
                <a16:creationId xmlns:a16="http://schemas.microsoft.com/office/drawing/2014/main" id="{6C75F2A0-2915-9647-9C0D-D6DA8D7AE28C}"/>
              </a:ext>
            </a:extLst>
          </p:cNvPr>
          <p:cNvSpPr/>
          <p:nvPr/>
        </p:nvSpPr>
        <p:spPr>
          <a:xfrm>
            <a:off x="4228634" y="5210162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Left 47">
            <a:extLst>
              <a:ext uri="{FF2B5EF4-FFF2-40B4-BE49-F238E27FC236}">
                <a16:creationId xmlns:a16="http://schemas.microsoft.com/office/drawing/2014/main" id="{E1F00B28-BB32-1F64-853B-0298158B12C2}"/>
              </a:ext>
            </a:extLst>
          </p:cNvPr>
          <p:cNvSpPr/>
          <p:nvPr/>
        </p:nvSpPr>
        <p:spPr>
          <a:xfrm>
            <a:off x="4201338" y="6140246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Left 48">
            <a:extLst>
              <a:ext uri="{FF2B5EF4-FFF2-40B4-BE49-F238E27FC236}">
                <a16:creationId xmlns:a16="http://schemas.microsoft.com/office/drawing/2014/main" id="{5C1B548A-D401-D9D1-C039-505156EB1E4E}"/>
              </a:ext>
            </a:extLst>
          </p:cNvPr>
          <p:cNvSpPr/>
          <p:nvPr/>
        </p:nvSpPr>
        <p:spPr>
          <a:xfrm>
            <a:off x="4233183" y="7036473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Left 49">
            <a:extLst>
              <a:ext uri="{FF2B5EF4-FFF2-40B4-BE49-F238E27FC236}">
                <a16:creationId xmlns:a16="http://schemas.microsoft.com/office/drawing/2014/main" id="{ED87A6E4-E522-5572-DE35-2C986365AC46}"/>
              </a:ext>
            </a:extLst>
          </p:cNvPr>
          <p:cNvSpPr/>
          <p:nvPr/>
        </p:nvSpPr>
        <p:spPr>
          <a:xfrm>
            <a:off x="4228634" y="8008664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ACE0315-0EA9-1DF3-F9B0-5D0B796AF8B8}"/>
              </a:ext>
            </a:extLst>
          </p:cNvPr>
          <p:cNvSpPr/>
          <p:nvPr/>
        </p:nvSpPr>
        <p:spPr>
          <a:xfrm>
            <a:off x="13667774" y="7881445"/>
            <a:ext cx="3145916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Code &amp; logic control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66EC8C1-718D-C265-1F6D-C8B34CC89317}"/>
              </a:ext>
            </a:extLst>
          </p:cNvPr>
          <p:cNvSpPr/>
          <p:nvPr/>
        </p:nvSpPr>
        <p:spPr>
          <a:xfrm>
            <a:off x="13667774" y="2876961"/>
            <a:ext cx="3145916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Eye-blink detection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0C6B54C-D650-C881-49B7-86806F2C402D}"/>
              </a:ext>
            </a:extLst>
          </p:cNvPr>
          <p:cNvSpPr/>
          <p:nvPr/>
        </p:nvSpPr>
        <p:spPr>
          <a:xfrm>
            <a:off x="13667774" y="3920878"/>
            <a:ext cx="3145916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Head tilt sensing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A17F52A-B767-44E1-F4AF-92B6A4463F7B}"/>
              </a:ext>
            </a:extLst>
          </p:cNvPr>
          <p:cNvSpPr/>
          <p:nvPr/>
        </p:nvSpPr>
        <p:spPr>
          <a:xfrm>
            <a:off x="13667774" y="4964795"/>
            <a:ext cx="3145916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Driver alert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04296C1-548F-223F-74C9-326368716134}"/>
              </a:ext>
            </a:extLst>
          </p:cNvPr>
          <p:cNvSpPr/>
          <p:nvPr/>
        </p:nvSpPr>
        <p:spPr>
          <a:xfrm>
            <a:off x="13667774" y="5906984"/>
            <a:ext cx="3145916" cy="648312"/>
          </a:xfrm>
          <a:prstGeom prst="roundRect">
            <a:avLst>
              <a:gd name="adj" fmla="val 11672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SMS notification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4AD0AE2-DF32-53B8-8AC3-2C09846D0FBB}"/>
              </a:ext>
            </a:extLst>
          </p:cNvPr>
          <p:cNvSpPr/>
          <p:nvPr/>
        </p:nvSpPr>
        <p:spPr>
          <a:xfrm>
            <a:off x="13667774" y="6834070"/>
            <a:ext cx="3145916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Visual indicator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C2527A1-78A4-DD34-FF21-4603F1E6EB52}"/>
              </a:ext>
            </a:extLst>
          </p:cNvPr>
          <p:cNvSpPr/>
          <p:nvPr/>
        </p:nvSpPr>
        <p:spPr>
          <a:xfrm>
            <a:off x="13667774" y="1959212"/>
            <a:ext cx="3145916" cy="648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Sensor processing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1BDAD24A-4279-6072-E56E-127F55708510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680301"/>
          <a:ext cx="8229600" cy="36576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644804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819649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DE1B136D-529E-501B-9746-5E5FC4D4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084781"/>
              </p:ext>
            </p:extLst>
          </p:nvPr>
        </p:nvGraphicFramePr>
        <p:xfrm>
          <a:off x="457200" y="3680301"/>
          <a:ext cx="8229600" cy="36576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581270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646189"/>
                  </a:ext>
                </a:extLst>
              </a:tr>
            </a:tbl>
          </a:graphicData>
        </a:graphic>
      </p:graphicFrame>
      <p:sp>
        <p:nvSpPr>
          <p:cNvPr id="68" name="Arrow: Left 67">
            <a:extLst>
              <a:ext uri="{FF2B5EF4-FFF2-40B4-BE49-F238E27FC236}">
                <a16:creationId xmlns:a16="http://schemas.microsoft.com/office/drawing/2014/main" id="{31FE9DDB-7608-7A4D-5EC5-482A381317A3}"/>
              </a:ext>
            </a:extLst>
          </p:cNvPr>
          <p:cNvSpPr/>
          <p:nvPr/>
        </p:nvSpPr>
        <p:spPr>
          <a:xfrm rot="10800000">
            <a:off x="11150222" y="2141084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Arrow: Left 68">
            <a:extLst>
              <a:ext uri="{FF2B5EF4-FFF2-40B4-BE49-F238E27FC236}">
                <a16:creationId xmlns:a16="http://schemas.microsoft.com/office/drawing/2014/main" id="{16C0DC37-610B-7A11-4527-6C895E3AD5A7}"/>
              </a:ext>
            </a:extLst>
          </p:cNvPr>
          <p:cNvSpPr/>
          <p:nvPr/>
        </p:nvSpPr>
        <p:spPr>
          <a:xfrm rot="10800000">
            <a:off x="11122926" y="3071168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row: Left 69">
            <a:extLst>
              <a:ext uri="{FF2B5EF4-FFF2-40B4-BE49-F238E27FC236}">
                <a16:creationId xmlns:a16="http://schemas.microsoft.com/office/drawing/2014/main" id="{667FA4EE-21DC-AFE5-3642-8B176F4F4895}"/>
              </a:ext>
            </a:extLst>
          </p:cNvPr>
          <p:cNvSpPr/>
          <p:nvPr/>
        </p:nvSpPr>
        <p:spPr>
          <a:xfrm rot="10800000">
            <a:off x="11150222" y="4214566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Arrow: Left 70">
            <a:extLst>
              <a:ext uri="{FF2B5EF4-FFF2-40B4-BE49-F238E27FC236}">
                <a16:creationId xmlns:a16="http://schemas.microsoft.com/office/drawing/2014/main" id="{8DC94C19-03F8-E3EE-8C43-24A3C8607069}"/>
              </a:ext>
            </a:extLst>
          </p:cNvPr>
          <p:cNvSpPr/>
          <p:nvPr/>
        </p:nvSpPr>
        <p:spPr>
          <a:xfrm rot="10800000">
            <a:off x="11185479" y="5210162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Arrow: Left 71">
            <a:extLst>
              <a:ext uri="{FF2B5EF4-FFF2-40B4-BE49-F238E27FC236}">
                <a16:creationId xmlns:a16="http://schemas.microsoft.com/office/drawing/2014/main" id="{275E942F-79E3-16F0-DAB2-FC0650C269A1}"/>
              </a:ext>
            </a:extLst>
          </p:cNvPr>
          <p:cNvSpPr/>
          <p:nvPr/>
        </p:nvSpPr>
        <p:spPr>
          <a:xfrm rot="10800000">
            <a:off x="11158183" y="6140246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row: Left 72">
            <a:extLst>
              <a:ext uri="{FF2B5EF4-FFF2-40B4-BE49-F238E27FC236}">
                <a16:creationId xmlns:a16="http://schemas.microsoft.com/office/drawing/2014/main" id="{24A53F30-7057-945D-99D6-57499777939D}"/>
              </a:ext>
            </a:extLst>
          </p:cNvPr>
          <p:cNvSpPr/>
          <p:nvPr/>
        </p:nvSpPr>
        <p:spPr>
          <a:xfrm rot="10800000">
            <a:off x="11190028" y="7036473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Arrow: Left 73">
            <a:extLst>
              <a:ext uri="{FF2B5EF4-FFF2-40B4-BE49-F238E27FC236}">
                <a16:creationId xmlns:a16="http://schemas.microsoft.com/office/drawing/2014/main" id="{7BC45BB6-645A-5674-C686-75FD9BAF8C6F}"/>
              </a:ext>
            </a:extLst>
          </p:cNvPr>
          <p:cNvSpPr/>
          <p:nvPr/>
        </p:nvSpPr>
        <p:spPr>
          <a:xfrm rot="10800000">
            <a:off x="11185479" y="8008664"/>
            <a:ext cx="1886803" cy="19873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545" y="180656"/>
            <a:ext cx="2644294" cy="848044"/>
            <a:chOff x="0" y="0"/>
            <a:chExt cx="3525725" cy="1130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5774" cy="1130681"/>
            </a:xfrm>
            <a:custGeom>
              <a:avLst/>
              <a:gdLst/>
              <a:ahLst/>
              <a:cxnLst/>
              <a:rect l="l" t="t" r="r" b="b"/>
              <a:pathLst>
                <a:path w="3525774" h="1130681">
                  <a:moveTo>
                    <a:pt x="0" y="0"/>
                  </a:moveTo>
                  <a:lnTo>
                    <a:pt x="3525774" y="0"/>
                  </a:lnTo>
                  <a:lnTo>
                    <a:pt x="3525774" y="1130681"/>
                  </a:lnTo>
                  <a:lnTo>
                    <a:pt x="0" y="113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" r="1" b="-2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045412" y="0"/>
            <a:ext cx="2242588" cy="1028700"/>
            <a:chOff x="0" y="0"/>
            <a:chExt cx="2990117" cy="137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0088" cy="1371600"/>
            </a:xfrm>
            <a:custGeom>
              <a:avLst/>
              <a:gdLst/>
              <a:ahLst/>
              <a:cxnLst/>
              <a:rect l="l" t="t" r="r" b="b"/>
              <a:pathLst>
                <a:path w="2990088" h="1371600">
                  <a:moveTo>
                    <a:pt x="0" y="0"/>
                  </a:moveTo>
                  <a:lnTo>
                    <a:pt x="2990088" y="0"/>
                  </a:lnTo>
                  <a:lnTo>
                    <a:pt x="299008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209" b="-272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57036" y="390525"/>
            <a:ext cx="9164901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6000" b="1">
                <a:solidFill>
                  <a:srgbClr val="001864"/>
                </a:solidFill>
                <a:latin typeface="Inter Bold"/>
                <a:ea typeface="Inter Bold"/>
                <a:cs typeface="Inter Bold"/>
                <a:sym typeface="Inter Bold"/>
              </a:rPr>
              <a:t>IMPACT &amp; SCALABILITY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8268" y="1381125"/>
            <a:ext cx="1324243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dirty="0">
                <a:solidFill>
                  <a:srgbClr val="001864"/>
                </a:solidFill>
                <a:latin typeface="Inter"/>
                <a:ea typeface="Inter"/>
                <a:cs typeface="Inter"/>
                <a:sym typeface="Inter"/>
              </a:rPr>
              <a:t>Highlight the potential benefits, measurable outcomes, and how the solution can scale globally.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406362" y="9486353"/>
            <a:ext cx="19100723" cy="800647"/>
            <a:chOff x="0" y="0"/>
            <a:chExt cx="25467631" cy="1067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01381" y="354383"/>
              <a:ext cx="20852835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TechnoCognition'25</a:t>
              </a:r>
            </a:p>
          </p:txBody>
        </p:sp>
      </p:grpSp>
      <p:sp>
        <p:nvSpPr>
          <p:cNvPr id="12" name="Hexagon 11">
            <a:extLst>
              <a:ext uri="{FF2B5EF4-FFF2-40B4-BE49-F238E27FC236}">
                <a16:creationId xmlns:a16="http://schemas.microsoft.com/office/drawing/2014/main" id="{6436E91C-73A1-DC1B-AE1B-E83622F7E112}"/>
              </a:ext>
            </a:extLst>
          </p:cNvPr>
          <p:cNvSpPr/>
          <p:nvPr/>
        </p:nvSpPr>
        <p:spPr>
          <a:xfrm>
            <a:off x="3045653" y="2116518"/>
            <a:ext cx="2381252" cy="1981912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Reduces fatigue-related accidents</a:t>
            </a:r>
            <a:r>
              <a:rPr lang="en-IN" sz="2000" dirty="0"/>
              <a:t> drastically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9A028CA-3FA0-F285-3490-7BC958F92188}"/>
              </a:ext>
            </a:extLst>
          </p:cNvPr>
          <p:cNvSpPr/>
          <p:nvPr/>
        </p:nvSpPr>
        <p:spPr>
          <a:xfrm>
            <a:off x="5374373" y="3289188"/>
            <a:ext cx="2381252" cy="1981912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Protects </a:t>
            </a:r>
            <a:r>
              <a:rPr lang="en-US" sz="2000" b="1" dirty="0"/>
              <a:t>truck, cab, and delivery drivers</a:t>
            </a:r>
            <a:endParaRPr lang="en-IN" sz="2000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1A496D2-E349-589A-404D-FD7EABEDE43E}"/>
              </a:ext>
            </a:extLst>
          </p:cNvPr>
          <p:cNvSpPr/>
          <p:nvPr/>
        </p:nvSpPr>
        <p:spPr>
          <a:xfrm>
            <a:off x="5381197" y="5835448"/>
            <a:ext cx="2381252" cy="1981912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Extremely </a:t>
            </a:r>
            <a:r>
              <a:rPr lang="en-US" sz="2000" b="1" dirty="0"/>
              <a:t>affordable and portable</a:t>
            </a:r>
            <a:r>
              <a:rPr lang="en-US" sz="2000" dirty="0"/>
              <a:t> (~₹600–800)</a:t>
            </a:r>
            <a:endParaRPr lang="en-IN" sz="2000" dirty="0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97E1727B-EFDE-C9BC-1A42-ED7F604ECED6}"/>
              </a:ext>
            </a:extLst>
          </p:cNvPr>
          <p:cNvSpPr/>
          <p:nvPr/>
        </p:nvSpPr>
        <p:spPr>
          <a:xfrm>
            <a:off x="2999945" y="7198109"/>
            <a:ext cx="2381252" cy="1981912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Works </a:t>
            </a:r>
            <a:r>
              <a:rPr lang="en-US" sz="2000" b="1" dirty="0"/>
              <a:t>offline</a:t>
            </a:r>
            <a:r>
              <a:rPr lang="en-US" sz="2000" dirty="0"/>
              <a:t> – no internet required</a:t>
            </a:r>
            <a:endParaRPr lang="en-IN" sz="2000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91D595A2-A7F9-182A-BA4B-5EBA38F39B2E}"/>
              </a:ext>
            </a:extLst>
          </p:cNvPr>
          <p:cNvSpPr/>
          <p:nvPr/>
        </p:nvSpPr>
        <p:spPr>
          <a:xfrm>
            <a:off x="744083" y="5914204"/>
            <a:ext cx="2381252" cy="1981912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Scalable to </a:t>
            </a:r>
            <a:r>
              <a:rPr lang="en-US" sz="2000" b="1" dirty="0"/>
              <a:t>fleet monitoring</a:t>
            </a:r>
            <a:r>
              <a:rPr lang="en-US" sz="2000" dirty="0"/>
              <a:t> &amp; </a:t>
            </a:r>
            <a:r>
              <a:rPr lang="en-US" sz="2000" b="1" dirty="0"/>
              <a:t>smart vehicles</a:t>
            </a:r>
            <a:endParaRPr lang="en-IN" sz="2000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DB862D28-DCFD-E747-1A75-4390D4CD7CB9}"/>
              </a:ext>
            </a:extLst>
          </p:cNvPr>
          <p:cNvSpPr/>
          <p:nvPr/>
        </p:nvSpPr>
        <p:spPr>
          <a:xfrm>
            <a:off x="716932" y="3344934"/>
            <a:ext cx="2381252" cy="1981912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Can integrate with </a:t>
            </a:r>
            <a:r>
              <a:rPr lang="en-US" sz="2000" b="1" dirty="0"/>
              <a:t>AI-based facial recognition</a:t>
            </a:r>
            <a:r>
              <a:rPr lang="en-US" sz="2000" dirty="0"/>
              <a:t> in future</a:t>
            </a:r>
            <a:endParaRPr lang="en-IN" sz="2000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E1F9CF7A-7919-3B4B-B3F6-4A83270AFA62}"/>
              </a:ext>
            </a:extLst>
          </p:cNvPr>
          <p:cNvSpPr/>
          <p:nvPr/>
        </p:nvSpPr>
        <p:spPr>
          <a:xfrm>
            <a:off x="2859203" y="4391606"/>
            <a:ext cx="2772203" cy="2434798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Real-World Impact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99C2F34-4602-C418-FA05-E3C54C8B9B28}"/>
              </a:ext>
            </a:extLst>
          </p:cNvPr>
          <p:cNvSpPr/>
          <p:nvPr/>
        </p:nvSpPr>
        <p:spPr>
          <a:xfrm>
            <a:off x="8153400" y="2398718"/>
            <a:ext cx="9601200" cy="64205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E3E28B-E382-7536-747D-4AC7F0D4F1FA}"/>
              </a:ext>
            </a:extLst>
          </p:cNvPr>
          <p:cNvSpPr txBox="1"/>
          <p:nvPr/>
        </p:nvSpPr>
        <p:spPr>
          <a:xfrm>
            <a:off x="8803373" y="2798768"/>
            <a:ext cx="8610600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 Can be used in many vehicles</a:t>
            </a:r>
            <a:r>
              <a:rPr lang="en-US" altLang="en-US" sz="2400" dirty="0">
                <a:latin typeface="Arial" panose="020B0604020202020204" pitchFamily="34" charset="0"/>
              </a:rPr>
              <a:t> – trucks, buses, cabs, etc.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Fleet version:</a:t>
            </a:r>
            <a:r>
              <a:rPr lang="en-US" altLang="en-US" sz="2400" dirty="0">
                <a:latin typeface="Arial" panose="020B0604020202020204" pitchFamily="34" charset="0"/>
              </a:rPr>
              <a:t> Track multiple drivers from one dashboard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IoT upgrade:</a:t>
            </a:r>
            <a:r>
              <a:rPr lang="en-US" altLang="en-US" sz="2400" dirty="0">
                <a:latin typeface="Arial" panose="020B0604020202020204" pitchFamily="34" charset="0"/>
              </a:rPr>
              <a:t> Can send safety data to the cloud in future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Car companies can build it in</a:t>
            </a:r>
            <a:r>
              <a:rPr lang="en-US" altLang="en-US" sz="2400" dirty="0">
                <a:latin typeface="Arial" panose="020B0604020202020204" pitchFamily="34" charset="0"/>
              </a:rPr>
              <a:t> or use it as an add-on kit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Easy to improve:</a:t>
            </a:r>
            <a:r>
              <a:rPr lang="en-US" altLang="en-US" sz="2400" dirty="0">
                <a:latin typeface="Arial" panose="020B0604020202020204" pitchFamily="34" charset="0"/>
              </a:rPr>
              <a:t> Sensors and modules can be upgraded anytime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Safety data can help</a:t>
            </a:r>
            <a:r>
              <a:rPr lang="en-US" altLang="en-US" sz="2400" dirty="0">
                <a:latin typeface="Arial" panose="020B0604020202020204" pitchFamily="34" charset="0"/>
              </a:rPr>
              <a:t> insurance companies or road planners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Useful for government safety programs</a:t>
            </a:r>
            <a:r>
              <a:rPr lang="en-US" altLang="en-US" sz="2400" dirty="0">
                <a:latin typeface="Arial" panose="020B0604020202020204" pitchFamily="34" charset="0"/>
              </a:rPr>
              <a:t> and CSR initiatives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latin typeface="Arial" panose="020B0604020202020204" pitchFamily="34" charset="0"/>
              </a:rPr>
              <a:t>Can be expanded globally</a:t>
            </a:r>
            <a:r>
              <a:rPr lang="en-US" altLang="en-US" sz="2400" dirty="0">
                <a:latin typeface="Arial" panose="020B0604020202020204" pitchFamily="34" charset="0"/>
              </a:rPr>
              <a:t> with small design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545" y="180656"/>
            <a:ext cx="2123405" cy="354204"/>
            <a:chOff x="0" y="0"/>
            <a:chExt cx="3525725" cy="1130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25774" cy="1130681"/>
            </a:xfrm>
            <a:custGeom>
              <a:avLst/>
              <a:gdLst/>
              <a:ahLst/>
              <a:cxnLst/>
              <a:rect l="l" t="t" r="r" b="b"/>
              <a:pathLst>
                <a:path w="3525774" h="1130681">
                  <a:moveTo>
                    <a:pt x="0" y="0"/>
                  </a:moveTo>
                  <a:lnTo>
                    <a:pt x="3525774" y="0"/>
                  </a:lnTo>
                  <a:lnTo>
                    <a:pt x="3525774" y="1130681"/>
                  </a:lnTo>
                  <a:lnTo>
                    <a:pt x="0" y="1130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1" r="1" b="-2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045412" y="0"/>
            <a:ext cx="2242588" cy="1028700"/>
            <a:chOff x="0" y="0"/>
            <a:chExt cx="2990117" cy="137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0088" cy="1371600"/>
            </a:xfrm>
            <a:custGeom>
              <a:avLst/>
              <a:gdLst/>
              <a:ahLst/>
              <a:cxnLst/>
              <a:rect l="l" t="t" r="r" b="b"/>
              <a:pathLst>
                <a:path w="2990088" h="1371600">
                  <a:moveTo>
                    <a:pt x="0" y="0"/>
                  </a:moveTo>
                  <a:lnTo>
                    <a:pt x="2990088" y="0"/>
                  </a:lnTo>
                  <a:lnTo>
                    <a:pt x="2990088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209" b="-272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14600" y="779888"/>
            <a:ext cx="15697200" cy="988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400"/>
              </a:lnSpc>
            </a:pPr>
            <a:r>
              <a:rPr lang="en-US" sz="6000" b="1" dirty="0">
                <a:solidFill>
                  <a:srgbClr val="001864"/>
                </a:solidFill>
                <a:latin typeface="Inter Bold"/>
                <a:ea typeface="Inter Bold"/>
                <a:cs typeface="Inter Bold"/>
                <a:sym typeface="Inter Bold"/>
              </a:rPr>
              <a:t>RESULTS                        FUTURE SCOPE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406362" y="9486353"/>
            <a:ext cx="19100723" cy="800647"/>
            <a:chOff x="0" y="0"/>
            <a:chExt cx="25467631" cy="1067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01381" y="354383"/>
              <a:ext cx="20852835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TechnoCognition'25</a:t>
              </a:r>
            </a:p>
          </p:txBody>
        </p:sp>
      </p:grp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C48D771B-C60C-D418-C4B8-03F617CEE2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318838"/>
              </p:ext>
            </p:extLst>
          </p:nvPr>
        </p:nvGraphicFramePr>
        <p:xfrm>
          <a:off x="-1828800" y="2247900"/>
          <a:ext cx="12192000" cy="750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E23BA6B-5A44-F275-1B5E-F9E3BD1E9973}"/>
              </a:ext>
            </a:extLst>
          </p:cNvPr>
          <p:cNvSpPr/>
          <p:nvPr/>
        </p:nvSpPr>
        <p:spPr>
          <a:xfrm>
            <a:off x="2876550" y="8487514"/>
            <a:ext cx="2781300" cy="92795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3B2CF48-2045-4661-E5D7-507C7822B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5823540"/>
              </p:ext>
            </p:extLst>
          </p:nvPr>
        </p:nvGraphicFramePr>
        <p:xfrm>
          <a:off x="8925636" y="2278456"/>
          <a:ext cx="8676564" cy="7032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435</Words>
  <Application>Microsoft Office PowerPoint</Application>
  <PresentationFormat>Custom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Inter Bold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Modern Minimalist Pitch Desk Presentation.pptx</dc:title>
  <cp:lastModifiedBy>keshna bansal</cp:lastModifiedBy>
  <cp:revision>21</cp:revision>
  <dcterms:created xsi:type="dcterms:W3CDTF">2006-08-16T00:00:00Z</dcterms:created>
  <dcterms:modified xsi:type="dcterms:W3CDTF">2025-10-23T20:36:03Z</dcterms:modified>
  <dc:identifier>DAGyebbDoe0</dc:identifier>
</cp:coreProperties>
</file>